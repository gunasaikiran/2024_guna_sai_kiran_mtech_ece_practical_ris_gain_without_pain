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5"/>
  </p:notesMasterIdLst>
  <p:sldIdLst>
    <p:sldId id="270" r:id="rId2"/>
    <p:sldId id="283" r:id="rId3"/>
    <p:sldId id="28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432FF"/>
    <a:srgbClr val="FF6600"/>
    <a:srgbClr val="008F00"/>
    <a:srgbClr val="FF40FF"/>
    <a:srgbClr val="00FDFF"/>
    <a:srgbClr val="009193"/>
    <a:srgbClr val="945200"/>
    <a:srgbClr val="F4DFE9"/>
    <a:srgbClr val="FBB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F663B-F5C1-CA43-8145-26BFC734EFC1}" v="63" dt="2025-09-02T06:01:21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 autoAdjust="0"/>
    <p:restoredTop sz="95668"/>
  </p:normalViewPr>
  <p:slideViewPr>
    <p:cSldViewPr snapToGrid="0">
      <p:cViewPr varScale="1">
        <p:scale>
          <a:sx n="108" d="100"/>
          <a:sy n="108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vanth L" userId="7b83704d-541d-4c23-8627-80d170238a30" providerId="ADAL" clId="{6058EFA1-67B6-FA43-AD6A-81A730E41C05}"/>
    <pc:docChg chg="modSld">
      <pc:chgData name="Yashvanth L" userId="7b83704d-541d-4c23-8627-80d170238a30" providerId="ADAL" clId="{6058EFA1-67B6-FA43-AD6A-81A730E41C05}" dt="2024-06-20T09:07:57.640" v="43" actId="14100"/>
      <pc:docMkLst>
        <pc:docMk/>
      </pc:docMkLst>
      <pc:sldChg chg="modSp mod">
        <pc:chgData name="Yashvanth L" userId="7b83704d-541d-4c23-8627-80d170238a30" providerId="ADAL" clId="{6058EFA1-67B6-FA43-AD6A-81A730E41C05}" dt="2024-06-20T09:07:57.640" v="43" actId="14100"/>
        <pc:sldMkLst>
          <pc:docMk/>
          <pc:sldMk cId="2384018559" sldId="263"/>
        </pc:sldMkLst>
      </pc:sldChg>
      <pc:sldChg chg="modSp mod">
        <pc:chgData name="Yashvanth L" userId="7b83704d-541d-4c23-8627-80d170238a30" providerId="ADAL" clId="{6058EFA1-67B6-FA43-AD6A-81A730E41C05}" dt="2024-06-20T09:03:17.005" v="13" actId="122"/>
        <pc:sldMkLst>
          <pc:docMk/>
          <pc:sldMk cId="3682396238" sldId="292"/>
        </pc:sldMkLst>
      </pc:sldChg>
      <pc:sldChg chg="modSp mod">
        <pc:chgData name="Yashvanth L" userId="7b83704d-541d-4c23-8627-80d170238a30" providerId="ADAL" clId="{6058EFA1-67B6-FA43-AD6A-81A730E41C05}" dt="2024-06-20T09:03:21.122" v="14" actId="122"/>
        <pc:sldMkLst>
          <pc:docMk/>
          <pc:sldMk cId="1739301308" sldId="293"/>
        </pc:sldMkLst>
      </pc:sldChg>
      <pc:sldChg chg="modSp mod">
        <pc:chgData name="Yashvanth L" userId="7b83704d-541d-4c23-8627-80d170238a30" providerId="ADAL" clId="{6058EFA1-67B6-FA43-AD6A-81A730E41C05}" dt="2024-06-20T09:02:40.485" v="3" actId="122"/>
        <pc:sldMkLst>
          <pc:docMk/>
          <pc:sldMk cId="4138107997" sldId="295"/>
        </pc:sldMkLst>
      </pc:sldChg>
      <pc:sldChg chg="modSp mod">
        <pc:chgData name="Yashvanth L" userId="7b83704d-541d-4c23-8627-80d170238a30" providerId="ADAL" clId="{6058EFA1-67B6-FA43-AD6A-81A730E41C05}" dt="2024-06-20T09:07:20.446" v="41" actId="20577"/>
        <pc:sldMkLst>
          <pc:docMk/>
          <pc:sldMk cId="788113278" sldId="296"/>
        </pc:sldMkLst>
      </pc:sldChg>
      <pc:sldChg chg="modSp mod">
        <pc:chgData name="Yashvanth L" userId="7b83704d-541d-4c23-8627-80d170238a30" providerId="ADAL" clId="{6058EFA1-67B6-FA43-AD6A-81A730E41C05}" dt="2024-06-20T09:02:48.086" v="5" actId="122"/>
        <pc:sldMkLst>
          <pc:docMk/>
          <pc:sldMk cId="1783670296" sldId="297"/>
        </pc:sldMkLst>
      </pc:sldChg>
      <pc:sldChg chg="modSp mod">
        <pc:chgData name="Yashvanth L" userId="7b83704d-541d-4c23-8627-80d170238a30" providerId="ADAL" clId="{6058EFA1-67B6-FA43-AD6A-81A730E41C05}" dt="2024-06-20T09:02:52.631" v="6" actId="122"/>
        <pc:sldMkLst>
          <pc:docMk/>
          <pc:sldMk cId="95463394" sldId="298"/>
        </pc:sldMkLst>
      </pc:sldChg>
      <pc:sldChg chg="modSp mod">
        <pc:chgData name="Yashvanth L" userId="7b83704d-541d-4c23-8627-80d170238a30" providerId="ADAL" clId="{6058EFA1-67B6-FA43-AD6A-81A730E41C05}" dt="2024-06-20T09:04:28.250" v="18" actId="20577"/>
        <pc:sldMkLst>
          <pc:docMk/>
          <pc:sldMk cId="448065458" sldId="299"/>
        </pc:sldMkLst>
      </pc:sldChg>
      <pc:sldChg chg="modSp mod">
        <pc:chgData name="Yashvanth L" userId="7b83704d-541d-4c23-8627-80d170238a30" providerId="ADAL" clId="{6058EFA1-67B6-FA43-AD6A-81A730E41C05}" dt="2024-06-20T09:04:07.098" v="17" actId="207"/>
        <pc:sldMkLst>
          <pc:docMk/>
          <pc:sldMk cId="1979487298" sldId="300"/>
        </pc:sldMkLst>
      </pc:sldChg>
      <pc:sldChg chg="modSp mod">
        <pc:chgData name="Yashvanth L" userId="7b83704d-541d-4c23-8627-80d170238a30" providerId="ADAL" clId="{6058EFA1-67B6-FA43-AD6A-81A730E41C05}" dt="2024-06-20T09:05:38.229" v="23" actId="27107"/>
        <pc:sldMkLst>
          <pc:docMk/>
          <pc:sldMk cId="3272413242" sldId="301"/>
        </pc:sldMkLst>
      </pc:sldChg>
      <pc:sldChg chg="modSp mod">
        <pc:chgData name="Yashvanth L" userId="7b83704d-541d-4c23-8627-80d170238a30" providerId="ADAL" clId="{6058EFA1-67B6-FA43-AD6A-81A730E41C05}" dt="2024-06-20T09:03:03.776" v="9" actId="122"/>
        <pc:sldMkLst>
          <pc:docMk/>
          <pc:sldMk cId="2591313566" sldId="302"/>
        </pc:sldMkLst>
      </pc:sldChg>
      <pc:sldChg chg="modSp mod">
        <pc:chgData name="Yashvanth L" userId="7b83704d-541d-4c23-8627-80d170238a30" providerId="ADAL" clId="{6058EFA1-67B6-FA43-AD6A-81A730E41C05}" dt="2024-06-20T09:03:10.216" v="11" actId="122"/>
        <pc:sldMkLst>
          <pc:docMk/>
          <pc:sldMk cId="3538428674" sldId="303"/>
        </pc:sldMkLst>
      </pc:sldChg>
      <pc:sldChg chg="modSp mod">
        <pc:chgData name="Yashvanth L" userId="7b83704d-541d-4c23-8627-80d170238a30" providerId="ADAL" clId="{6058EFA1-67B6-FA43-AD6A-81A730E41C05}" dt="2024-06-20T09:03:13.464" v="12" actId="122"/>
        <pc:sldMkLst>
          <pc:docMk/>
          <pc:sldMk cId="1863563133" sldId="304"/>
        </pc:sldMkLst>
      </pc:sldChg>
    </pc:docChg>
  </pc:docChgLst>
  <pc:docChgLst>
    <pc:chgData name="Yashvanth L" userId="7b83704d-541d-4c23-8627-80d170238a30" providerId="ADAL" clId="{12896B9E-7675-914D-B3AE-11D6CE12662F}"/>
    <pc:docChg chg="undo custSel addSld delSld modSld sldOrd">
      <pc:chgData name="Yashvanth L" userId="7b83704d-541d-4c23-8627-80d170238a30" providerId="ADAL" clId="{12896B9E-7675-914D-B3AE-11D6CE12662F}" dt="2024-11-12T04:49:50.935" v="4210" actId="1076"/>
      <pc:docMkLst>
        <pc:docMk/>
      </pc:docMkLst>
      <pc:sldChg chg="modSp add del mod">
        <pc:chgData name="Yashvanth L" userId="7b83704d-541d-4c23-8627-80d170238a30" providerId="ADAL" clId="{12896B9E-7675-914D-B3AE-11D6CE12662F}" dt="2024-11-10T15:26:21.793" v="3500" actId="2696"/>
        <pc:sldMkLst>
          <pc:docMk/>
          <pc:sldMk cId="0" sldId="266"/>
        </pc:sldMkLst>
      </pc:sldChg>
      <pc:sldChg chg="modSp add mod ord">
        <pc:chgData name="Yashvanth L" userId="7b83704d-541d-4c23-8627-80d170238a30" providerId="ADAL" clId="{12896B9E-7675-914D-B3AE-11D6CE12662F}" dt="2024-11-10T15:27:31.196" v="3561" actId="207"/>
        <pc:sldMkLst>
          <pc:docMk/>
          <pc:sldMk cId="3516772723" sldId="266"/>
        </pc:sldMkLst>
      </pc:sldChg>
      <pc:sldChg chg="add del">
        <pc:chgData name="Yashvanth L" userId="7b83704d-541d-4c23-8627-80d170238a30" providerId="ADAL" clId="{12896B9E-7675-914D-B3AE-11D6CE12662F}" dt="2024-11-10T15:24:32.540" v="3495" actId="2696"/>
        <pc:sldMkLst>
          <pc:docMk/>
          <pc:sldMk cId="1721497972" sldId="274"/>
        </pc:sldMkLst>
      </pc:sldChg>
      <pc:sldChg chg="modSp mod">
        <pc:chgData name="Yashvanth L" userId="7b83704d-541d-4c23-8627-80d170238a30" providerId="ADAL" clId="{12896B9E-7675-914D-B3AE-11D6CE12662F}" dt="2024-11-10T15:15:35.631" v="3054" actId="20577"/>
        <pc:sldMkLst>
          <pc:docMk/>
          <pc:sldMk cId="2369515862" sldId="275"/>
        </pc:sldMkLst>
      </pc:sldChg>
      <pc:sldChg chg="modSp mod">
        <pc:chgData name="Yashvanth L" userId="7b83704d-541d-4c23-8627-80d170238a30" providerId="ADAL" clId="{12896B9E-7675-914D-B3AE-11D6CE12662F}" dt="2024-11-10T15:33:42.753" v="3762" actId="114"/>
        <pc:sldMkLst>
          <pc:docMk/>
          <pc:sldMk cId="3682396238" sldId="292"/>
        </pc:sldMkLst>
      </pc:sldChg>
      <pc:sldChg chg="modSp mod">
        <pc:chgData name="Yashvanth L" userId="7b83704d-541d-4c23-8627-80d170238a30" providerId="ADAL" clId="{12896B9E-7675-914D-B3AE-11D6CE12662F}" dt="2024-11-10T15:10:05.666" v="2846" actId="20577"/>
        <pc:sldMkLst>
          <pc:docMk/>
          <pc:sldMk cId="1739301308" sldId="293"/>
        </pc:sldMkLst>
      </pc:sldChg>
      <pc:sldChg chg="modSp mod">
        <pc:chgData name="Yashvanth L" userId="7b83704d-541d-4c23-8627-80d170238a30" providerId="ADAL" clId="{12896B9E-7675-914D-B3AE-11D6CE12662F}" dt="2024-11-12T04:35:08.867" v="3803" actId="20577"/>
        <pc:sldMkLst>
          <pc:docMk/>
          <pc:sldMk cId="4138107997" sldId="295"/>
        </pc:sldMkLst>
      </pc:sldChg>
      <pc:sldChg chg="modSp mod">
        <pc:chgData name="Yashvanth L" userId="7b83704d-541d-4c23-8627-80d170238a30" providerId="ADAL" clId="{12896B9E-7675-914D-B3AE-11D6CE12662F}" dt="2024-11-12T04:46:29.267" v="4081" actId="1036"/>
        <pc:sldMkLst>
          <pc:docMk/>
          <pc:sldMk cId="1783670296" sldId="297"/>
        </pc:sldMkLst>
      </pc:sldChg>
      <pc:sldChg chg="modSp mod">
        <pc:chgData name="Yashvanth L" userId="7b83704d-541d-4c23-8627-80d170238a30" providerId="ADAL" clId="{12896B9E-7675-914D-B3AE-11D6CE12662F}" dt="2024-11-12T04:35:29.356" v="3808" actId="1076"/>
        <pc:sldMkLst>
          <pc:docMk/>
          <pc:sldMk cId="95463394" sldId="298"/>
        </pc:sldMkLst>
      </pc:sldChg>
      <pc:sldChg chg="addSp delSp modSp mod">
        <pc:chgData name="Yashvanth L" userId="7b83704d-541d-4c23-8627-80d170238a30" providerId="ADAL" clId="{12896B9E-7675-914D-B3AE-11D6CE12662F}" dt="2024-11-12T04:49:50.935" v="4210" actId="1076"/>
        <pc:sldMkLst>
          <pc:docMk/>
          <pc:sldMk cId="448065458" sldId="299"/>
        </pc:sldMkLst>
      </pc:sldChg>
      <pc:sldChg chg="del">
        <pc:chgData name="Yashvanth L" userId="7b83704d-541d-4c23-8627-80d170238a30" providerId="ADAL" clId="{12896B9E-7675-914D-B3AE-11D6CE12662F}" dt="2024-11-10T14:18:31.904" v="388" actId="2696"/>
        <pc:sldMkLst>
          <pc:docMk/>
          <pc:sldMk cId="1863563133" sldId="304"/>
        </pc:sldMkLst>
      </pc:sldChg>
      <pc:sldChg chg="addSp delSp modSp mod">
        <pc:chgData name="Yashvanth L" userId="7b83704d-541d-4c23-8627-80d170238a30" providerId="ADAL" clId="{12896B9E-7675-914D-B3AE-11D6CE12662F}" dt="2024-11-10T14:14:58.760" v="209" actId="1076"/>
        <pc:sldMkLst>
          <pc:docMk/>
          <pc:sldMk cId="395546385" sldId="305"/>
        </pc:sldMkLst>
      </pc:sldChg>
      <pc:sldChg chg="modSp mod">
        <pc:chgData name="Yashvanth L" userId="7b83704d-541d-4c23-8627-80d170238a30" providerId="ADAL" clId="{12896B9E-7675-914D-B3AE-11D6CE12662F}" dt="2024-11-10T14:38:41.835" v="1437" actId="20577"/>
        <pc:sldMkLst>
          <pc:docMk/>
          <pc:sldMk cId="3395505589" sldId="306"/>
        </pc:sldMkLst>
      </pc:sldChg>
      <pc:sldChg chg="del">
        <pc:chgData name="Yashvanth L" userId="7b83704d-541d-4c23-8627-80d170238a30" providerId="ADAL" clId="{12896B9E-7675-914D-B3AE-11D6CE12662F}" dt="2024-11-10T14:15:23.934" v="211" actId="2696"/>
        <pc:sldMkLst>
          <pc:docMk/>
          <pc:sldMk cId="899642711" sldId="307"/>
        </pc:sldMkLst>
      </pc:sldChg>
      <pc:sldChg chg="addSp delSp modSp mod">
        <pc:chgData name="Yashvanth L" userId="7b83704d-541d-4c23-8627-80d170238a30" providerId="ADAL" clId="{12896B9E-7675-914D-B3AE-11D6CE12662F}" dt="2024-11-10T15:16:02.489" v="3058" actId="14100"/>
        <pc:sldMkLst>
          <pc:docMk/>
          <pc:sldMk cId="4058326370" sldId="309"/>
        </pc:sldMkLst>
      </pc:sldChg>
      <pc:sldChg chg="addSp delSp modSp new mod">
        <pc:chgData name="Yashvanth L" userId="7b83704d-541d-4c23-8627-80d170238a30" providerId="ADAL" clId="{12896B9E-7675-914D-B3AE-11D6CE12662F}" dt="2024-11-10T15:15:50.372" v="3056" actId="1076"/>
        <pc:sldMkLst>
          <pc:docMk/>
          <pc:sldMk cId="324302008" sldId="310"/>
        </pc:sldMkLst>
      </pc:sldChg>
      <pc:sldChg chg="addSp delSp modSp new mod">
        <pc:chgData name="Yashvanth L" userId="7b83704d-541d-4c23-8627-80d170238a30" providerId="ADAL" clId="{12896B9E-7675-914D-B3AE-11D6CE12662F}" dt="2024-11-10T15:02:33.424" v="2405" actId="1076"/>
        <pc:sldMkLst>
          <pc:docMk/>
          <pc:sldMk cId="3524312916" sldId="311"/>
        </pc:sldMkLst>
      </pc:sldChg>
      <pc:sldChg chg="addSp delSp modSp new mod">
        <pc:chgData name="Yashvanth L" userId="7b83704d-541d-4c23-8627-80d170238a30" providerId="ADAL" clId="{12896B9E-7675-914D-B3AE-11D6CE12662F}" dt="2024-11-12T04:38:14.017" v="3890" actId="20577"/>
        <pc:sldMkLst>
          <pc:docMk/>
          <pc:sldMk cId="1221938741" sldId="312"/>
        </pc:sldMkLst>
      </pc:sldChg>
      <pc:sldChg chg="addSp delSp modSp new mod">
        <pc:chgData name="Yashvanth L" userId="7b83704d-541d-4c23-8627-80d170238a30" providerId="ADAL" clId="{12896B9E-7675-914D-B3AE-11D6CE12662F}" dt="2024-11-10T15:24:23.163" v="3494" actId="115"/>
        <pc:sldMkLst>
          <pc:docMk/>
          <pc:sldMk cId="3438500555" sldId="313"/>
        </pc:sldMkLst>
      </pc:sldChg>
      <pc:sldChg chg="new del">
        <pc:chgData name="Yashvanth L" userId="7b83704d-541d-4c23-8627-80d170238a30" providerId="ADAL" clId="{12896B9E-7675-914D-B3AE-11D6CE12662F}" dt="2024-11-10T15:26:16.620" v="3498" actId="2696"/>
        <pc:sldMkLst>
          <pc:docMk/>
          <pc:sldMk cId="526624101" sldId="314"/>
        </pc:sldMkLst>
      </pc:sldChg>
      <pc:sldChg chg="new del">
        <pc:chgData name="Yashvanth L" userId="7b83704d-541d-4c23-8627-80d170238a30" providerId="ADAL" clId="{12896B9E-7675-914D-B3AE-11D6CE12662F}" dt="2024-11-10T15:19:56.411" v="3199" actId="2696"/>
        <pc:sldMkLst>
          <pc:docMk/>
          <pc:sldMk cId="1648431196" sldId="314"/>
        </pc:sldMkLst>
      </pc:sldChg>
      <pc:sldChg chg="modSp add mod ord">
        <pc:chgData name="Yashvanth L" userId="7b83704d-541d-4c23-8627-80d170238a30" providerId="ADAL" clId="{12896B9E-7675-914D-B3AE-11D6CE12662F}" dt="2024-11-10T15:31:56.061" v="3761" actId="207"/>
        <pc:sldMkLst>
          <pc:docMk/>
          <pc:sldMk cId="3979514556" sldId="314"/>
        </pc:sldMkLst>
      </pc:sldChg>
      <pc:sldMasterChg chg="delSldLayout">
        <pc:chgData name="Yashvanth L" userId="7b83704d-541d-4c23-8627-80d170238a30" providerId="ADAL" clId="{12896B9E-7675-914D-B3AE-11D6CE12662F}" dt="2024-11-10T15:26:21.793" v="3500" actId="2696"/>
        <pc:sldMasterMkLst>
          <pc:docMk/>
          <pc:sldMasterMk cId="4017917195" sldId="2147483852"/>
        </pc:sldMasterMkLst>
        <pc:sldLayoutChg chg="del">
          <pc:chgData name="Yashvanth L" userId="7b83704d-541d-4c23-8627-80d170238a30" providerId="ADAL" clId="{12896B9E-7675-914D-B3AE-11D6CE12662F}" dt="2024-11-10T15:26:21.793" v="3500" actId="2696"/>
          <pc:sldLayoutMkLst>
            <pc:docMk/>
            <pc:sldMasterMk cId="4017917195" sldId="2147483852"/>
            <pc:sldLayoutMk cId="2824468782" sldId="2147483859"/>
          </pc:sldLayoutMkLst>
        </pc:sldLayoutChg>
      </pc:sldMasterChg>
    </pc:docChg>
  </pc:docChgLst>
  <pc:docChgLst>
    <pc:chgData name="Yashvanth L" userId="7b83704d-541d-4c23-8627-80d170238a30" providerId="ADAL" clId="{ABFF663B-F5C1-CA43-8145-26BFC734EFC1}"/>
    <pc:docChg chg="undo redo custSel addSld delSld modSld sldOrd">
      <pc:chgData name="Yashvanth L" userId="7b83704d-541d-4c23-8627-80d170238a30" providerId="ADAL" clId="{ABFF663B-F5C1-CA43-8145-26BFC734EFC1}" dt="2025-09-02T06:03:53.762" v="1959" actId="20577"/>
      <pc:docMkLst>
        <pc:docMk/>
      </pc:docMkLst>
      <pc:sldChg chg="del">
        <pc:chgData name="Yashvanth L" userId="7b83704d-541d-4c23-8627-80d170238a30" providerId="ADAL" clId="{ABFF663B-F5C1-CA43-8145-26BFC734EFC1}" dt="2025-09-02T05:33:08.396" v="1365" actId="2696"/>
        <pc:sldMkLst>
          <pc:docMk/>
          <pc:sldMk cId="0" sldId="257"/>
        </pc:sldMkLst>
      </pc:sldChg>
      <pc:sldChg chg="del">
        <pc:chgData name="Yashvanth L" userId="7b83704d-541d-4c23-8627-80d170238a30" providerId="ADAL" clId="{ABFF663B-F5C1-CA43-8145-26BFC734EFC1}" dt="2025-09-02T04:42:37.078" v="5" actId="2696"/>
        <pc:sldMkLst>
          <pc:docMk/>
          <pc:sldMk cId="76017559" sldId="258"/>
        </pc:sldMkLst>
      </pc:sldChg>
      <pc:sldChg chg="del">
        <pc:chgData name="Yashvanth L" userId="7b83704d-541d-4c23-8627-80d170238a30" providerId="ADAL" clId="{ABFF663B-F5C1-CA43-8145-26BFC734EFC1}" dt="2025-09-02T05:33:00.349" v="1363" actId="2696"/>
        <pc:sldMkLst>
          <pc:docMk/>
          <pc:sldMk cId="3041537138" sldId="265"/>
        </pc:sldMkLst>
      </pc:sldChg>
      <pc:sldChg chg="del">
        <pc:chgData name="Yashvanth L" userId="7b83704d-541d-4c23-8627-80d170238a30" providerId="ADAL" clId="{ABFF663B-F5C1-CA43-8145-26BFC734EFC1}" dt="2025-09-02T04:42:37.082" v="9" actId="2696"/>
        <pc:sldMkLst>
          <pc:docMk/>
          <pc:sldMk cId="2159665343" sldId="267"/>
        </pc:sldMkLst>
      </pc:sldChg>
      <pc:sldChg chg="del">
        <pc:chgData name="Yashvanth L" userId="7b83704d-541d-4c23-8627-80d170238a30" providerId="ADAL" clId="{ABFF663B-F5C1-CA43-8145-26BFC734EFC1}" dt="2025-09-02T04:42:37.084" v="10" actId="2696"/>
        <pc:sldMkLst>
          <pc:docMk/>
          <pc:sldMk cId="191487302" sldId="268"/>
        </pc:sldMkLst>
      </pc:sldChg>
      <pc:sldChg chg="del">
        <pc:chgData name="Yashvanth L" userId="7b83704d-541d-4c23-8627-80d170238a30" providerId="ADAL" clId="{ABFF663B-F5C1-CA43-8145-26BFC734EFC1}" dt="2025-09-02T04:42:37.085" v="11" actId="2696"/>
        <pc:sldMkLst>
          <pc:docMk/>
          <pc:sldMk cId="1157124924" sldId="269"/>
        </pc:sldMkLst>
      </pc:sldChg>
      <pc:sldChg chg="addSp delSp modSp add mod ord">
        <pc:chgData name="Yashvanth L" userId="7b83704d-541d-4c23-8627-80d170238a30" providerId="ADAL" clId="{ABFF663B-F5C1-CA43-8145-26BFC734EFC1}" dt="2025-09-02T06:03:21.669" v="1945" actId="20577"/>
        <pc:sldMkLst>
          <pc:docMk/>
          <pc:sldMk cId="1040418871" sldId="270"/>
        </pc:sldMkLst>
        <pc:spChg chg="add mod">
          <ac:chgData name="Yashvanth L" userId="7b83704d-541d-4c23-8627-80d170238a30" providerId="ADAL" clId="{ABFF663B-F5C1-CA43-8145-26BFC734EFC1}" dt="2025-09-02T05:58:57.940" v="1896" actId="1076"/>
          <ac:spMkLst>
            <pc:docMk/>
            <pc:sldMk cId="1040418871" sldId="270"/>
            <ac:spMk id="2" creationId="{8B8A84B6-7679-35E9-945B-1DE8E042A526}"/>
          </ac:spMkLst>
        </pc:spChg>
        <pc:spChg chg="mod">
          <ac:chgData name="Yashvanth L" userId="7b83704d-541d-4c23-8627-80d170238a30" providerId="ADAL" clId="{ABFF663B-F5C1-CA43-8145-26BFC734EFC1}" dt="2025-09-02T06:02:06.369" v="1922" actId="207"/>
          <ac:spMkLst>
            <pc:docMk/>
            <pc:sldMk cId="1040418871" sldId="270"/>
            <ac:spMk id="3" creationId="{B5EAA414-001D-CE5A-24A8-25D94040ADCF}"/>
          </ac:spMkLst>
        </pc:spChg>
        <pc:spChg chg="mod">
          <ac:chgData name="Yashvanth L" userId="7b83704d-541d-4c23-8627-80d170238a30" providerId="ADAL" clId="{ABFF663B-F5C1-CA43-8145-26BFC734EFC1}" dt="2025-09-02T05:31:45.852" v="1283" actId="14100"/>
          <ac:spMkLst>
            <pc:docMk/>
            <pc:sldMk cId="1040418871" sldId="270"/>
            <ac:spMk id="4" creationId="{03AE71A6-8895-6DC1-E9A4-3E998CEF465F}"/>
          </ac:spMkLst>
        </pc:spChg>
        <pc:spChg chg="add mod">
          <ac:chgData name="Yashvanth L" userId="7b83704d-541d-4c23-8627-80d170238a30" providerId="ADAL" clId="{ABFF663B-F5C1-CA43-8145-26BFC734EFC1}" dt="2025-09-02T06:03:21.669" v="1945" actId="20577"/>
          <ac:spMkLst>
            <pc:docMk/>
            <pc:sldMk cId="1040418871" sldId="270"/>
            <ac:spMk id="7" creationId="{B685D988-5DD4-B665-0130-A0619CDC3DDB}"/>
          </ac:spMkLst>
        </pc:spChg>
        <pc:spChg chg="mod">
          <ac:chgData name="Yashvanth L" userId="7b83704d-541d-4c23-8627-80d170238a30" providerId="ADAL" clId="{ABFF663B-F5C1-CA43-8145-26BFC734EFC1}" dt="2025-09-02T06:02:17.926" v="1929" actId="1035"/>
          <ac:spMkLst>
            <pc:docMk/>
            <pc:sldMk cId="1040418871" sldId="270"/>
            <ac:spMk id="10" creationId="{F1E1CF05-45BA-B7C8-B8A8-62555AC41416}"/>
          </ac:spMkLst>
        </pc:spChg>
        <pc:spChg chg="mod">
          <ac:chgData name="Yashvanth L" userId="7b83704d-541d-4c23-8627-80d170238a30" providerId="ADAL" clId="{ABFF663B-F5C1-CA43-8145-26BFC734EFC1}" dt="2025-09-02T05:54:37.585" v="1768" actId="1076"/>
          <ac:spMkLst>
            <pc:docMk/>
            <pc:sldMk cId="1040418871" sldId="270"/>
            <ac:spMk id="12" creationId="{89874BCE-48C3-3223-B5AF-7149E90D75EB}"/>
          </ac:spMkLst>
        </pc:spChg>
        <pc:spChg chg="del mod">
          <ac:chgData name="Yashvanth L" userId="7b83704d-541d-4c23-8627-80d170238a30" providerId="ADAL" clId="{ABFF663B-F5C1-CA43-8145-26BFC734EFC1}" dt="2025-09-02T05:41:53.458" v="1549" actId="478"/>
          <ac:spMkLst>
            <pc:docMk/>
            <pc:sldMk cId="1040418871" sldId="270"/>
            <ac:spMk id="135" creationId="{143D51B3-B9D4-E39C-8D41-63101F5A40C5}"/>
          </ac:spMkLst>
        </pc:spChg>
        <pc:spChg chg="mod">
          <ac:chgData name="Yashvanth L" userId="7b83704d-541d-4c23-8627-80d170238a30" providerId="ADAL" clId="{ABFF663B-F5C1-CA43-8145-26BFC734EFC1}" dt="2025-09-02T05:58:32.751" v="1888" actId="1035"/>
          <ac:spMkLst>
            <pc:docMk/>
            <pc:sldMk cId="1040418871" sldId="270"/>
            <ac:spMk id="137" creationId="{B976E59E-FDD2-C534-92C2-038A08826579}"/>
          </ac:spMkLst>
        </pc:spChg>
        <pc:picChg chg="mod">
          <ac:chgData name="Yashvanth L" userId="7b83704d-541d-4c23-8627-80d170238a30" providerId="ADAL" clId="{ABFF663B-F5C1-CA43-8145-26BFC734EFC1}" dt="2025-09-02T05:58:27.416" v="1880" actId="1076"/>
          <ac:picMkLst>
            <pc:docMk/>
            <pc:sldMk cId="1040418871" sldId="270"/>
            <ac:picMk id="5" creationId="{610365CA-D095-612C-3A2D-877AA3C97C21}"/>
          </ac:picMkLst>
        </pc:picChg>
        <pc:picChg chg="mod">
          <ac:chgData name="Yashvanth L" userId="7b83704d-541d-4c23-8627-80d170238a30" providerId="ADAL" clId="{ABFF663B-F5C1-CA43-8145-26BFC734EFC1}" dt="2025-09-02T06:02:14.733" v="1926" actId="1035"/>
          <ac:picMkLst>
            <pc:docMk/>
            <pc:sldMk cId="1040418871" sldId="270"/>
            <ac:picMk id="6" creationId="{6A16166C-1AA3-1658-51C8-F123FD1A7CB5}"/>
          </ac:picMkLst>
        </pc:picChg>
        <pc:picChg chg="mod">
          <ac:chgData name="Yashvanth L" userId="7b83704d-541d-4c23-8627-80d170238a30" providerId="ADAL" clId="{ABFF663B-F5C1-CA43-8145-26BFC734EFC1}" dt="2025-09-02T05:54:34.673" v="1767" actId="14100"/>
          <ac:picMkLst>
            <pc:docMk/>
            <pc:sldMk cId="1040418871" sldId="270"/>
            <ac:picMk id="8" creationId="{F2B36C07-51E5-2420-5C7A-9ACB2E19857B}"/>
          </ac:picMkLst>
        </pc:picChg>
        <pc:cxnChg chg="add mod">
          <ac:chgData name="Yashvanth L" userId="7b83704d-541d-4c23-8627-80d170238a30" providerId="ADAL" clId="{ABFF663B-F5C1-CA43-8145-26BFC734EFC1}" dt="2025-09-02T05:58:19.753" v="1878" actId="1076"/>
          <ac:cxnSpMkLst>
            <pc:docMk/>
            <pc:sldMk cId="1040418871" sldId="270"/>
            <ac:cxnSpMk id="9" creationId="{D0B17D41-3D1B-19B3-D6EF-97A02257A0DB}"/>
          </ac:cxnSpMkLst>
        </pc:cxnChg>
        <pc:cxnChg chg="mod">
          <ac:chgData name="Yashvanth L" userId="7b83704d-541d-4c23-8627-80d170238a30" providerId="ADAL" clId="{ABFF663B-F5C1-CA43-8145-26BFC734EFC1}" dt="2025-09-02T05:31:53.125" v="1300" actId="1035"/>
          <ac:cxnSpMkLst>
            <pc:docMk/>
            <pc:sldMk cId="1040418871" sldId="270"/>
            <ac:cxnSpMk id="11" creationId="{A2CD5025-09C4-F7CE-41A6-300FFA15EE1C}"/>
          </ac:cxnSpMkLst>
        </pc:cxnChg>
        <pc:cxnChg chg="mod">
          <ac:chgData name="Yashvanth L" userId="7b83704d-541d-4c23-8627-80d170238a30" providerId="ADAL" clId="{ABFF663B-F5C1-CA43-8145-26BFC734EFC1}" dt="2025-09-02T05:31:57.484" v="1313" actId="1037"/>
          <ac:cxnSpMkLst>
            <pc:docMk/>
            <pc:sldMk cId="1040418871" sldId="270"/>
            <ac:cxnSpMk id="16" creationId="{D397E68D-A20F-1030-4853-3EC6605F70EB}"/>
          </ac:cxnSpMkLst>
        </pc:cxnChg>
        <pc:cxnChg chg="mod">
          <ac:chgData name="Yashvanth L" userId="7b83704d-541d-4c23-8627-80d170238a30" providerId="ADAL" clId="{ABFF663B-F5C1-CA43-8145-26BFC734EFC1}" dt="2025-09-02T05:32:00.919" v="1326" actId="1038"/>
          <ac:cxnSpMkLst>
            <pc:docMk/>
            <pc:sldMk cId="1040418871" sldId="270"/>
            <ac:cxnSpMk id="17" creationId="{8EB20BEB-E6BF-5A5E-032D-91679E910828}"/>
          </ac:cxnSpMkLst>
        </pc:cxnChg>
        <pc:cxnChg chg="mod">
          <ac:chgData name="Yashvanth L" userId="7b83704d-541d-4c23-8627-80d170238a30" providerId="ADAL" clId="{ABFF663B-F5C1-CA43-8145-26BFC734EFC1}" dt="2025-09-02T05:31:53.125" v="1300" actId="1035"/>
          <ac:cxnSpMkLst>
            <pc:docMk/>
            <pc:sldMk cId="1040418871" sldId="270"/>
            <ac:cxnSpMk id="18" creationId="{275ADFFC-B871-6B6B-3EA3-E6DDF978A157}"/>
          </ac:cxnSpMkLst>
        </pc:cxnChg>
      </pc:sldChg>
      <pc:sldChg chg="del">
        <pc:chgData name="Yashvanth L" userId="7b83704d-541d-4c23-8627-80d170238a30" providerId="ADAL" clId="{ABFF663B-F5C1-CA43-8145-26BFC734EFC1}" dt="2025-09-02T04:42:37.087" v="12" actId="2696"/>
        <pc:sldMkLst>
          <pc:docMk/>
          <pc:sldMk cId="3534894820" sldId="270"/>
        </pc:sldMkLst>
      </pc:sldChg>
      <pc:sldChg chg="del">
        <pc:chgData name="Yashvanth L" userId="7b83704d-541d-4c23-8627-80d170238a30" providerId="ADAL" clId="{ABFF663B-F5C1-CA43-8145-26BFC734EFC1}" dt="2025-09-02T04:42:37.088" v="13" actId="2696"/>
        <pc:sldMkLst>
          <pc:docMk/>
          <pc:sldMk cId="2654528297" sldId="271"/>
        </pc:sldMkLst>
      </pc:sldChg>
      <pc:sldChg chg="del">
        <pc:chgData name="Yashvanth L" userId="7b83704d-541d-4c23-8627-80d170238a30" providerId="ADAL" clId="{ABFF663B-F5C1-CA43-8145-26BFC734EFC1}" dt="2025-09-02T04:42:37.089" v="14" actId="2696"/>
        <pc:sldMkLst>
          <pc:docMk/>
          <pc:sldMk cId="1290601409" sldId="274"/>
        </pc:sldMkLst>
      </pc:sldChg>
      <pc:sldChg chg="del">
        <pc:chgData name="Yashvanth L" userId="7b83704d-541d-4c23-8627-80d170238a30" providerId="ADAL" clId="{ABFF663B-F5C1-CA43-8145-26BFC734EFC1}" dt="2025-09-02T04:42:37.259" v="27" actId="2696"/>
        <pc:sldMkLst>
          <pc:docMk/>
          <pc:sldMk cId="2369515862" sldId="275"/>
        </pc:sldMkLst>
      </pc:sldChg>
      <pc:sldChg chg="del">
        <pc:chgData name="Yashvanth L" userId="7b83704d-541d-4c23-8627-80d170238a30" providerId="ADAL" clId="{ABFF663B-F5C1-CA43-8145-26BFC734EFC1}" dt="2025-09-02T04:42:37.091" v="16" actId="2696"/>
        <pc:sldMkLst>
          <pc:docMk/>
          <pc:sldMk cId="3335099335" sldId="277"/>
        </pc:sldMkLst>
      </pc:sldChg>
      <pc:sldChg chg="del">
        <pc:chgData name="Yashvanth L" userId="7b83704d-541d-4c23-8627-80d170238a30" providerId="ADAL" clId="{ABFF663B-F5C1-CA43-8145-26BFC734EFC1}" dt="2025-09-02T05:33:05.293" v="1364" actId="2696"/>
        <pc:sldMkLst>
          <pc:docMk/>
          <pc:sldMk cId="2652421162" sldId="278"/>
        </pc:sldMkLst>
      </pc:sldChg>
      <pc:sldChg chg="addSp delSp modSp mod ord">
        <pc:chgData name="Yashvanth L" userId="7b83704d-541d-4c23-8627-80d170238a30" providerId="ADAL" clId="{ABFF663B-F5C1-CA43-8145-26BFC734EFC1}" dt="2025-09-02T06:03:53.762" v="1959" actId="20577"/>
        <pc:sldMkLst>
          <pc:docMk/>
          <pc:sldMk cId="2257224000" sldId="282"/>
        </pc:sldMkLst>
        <pc:spChg chg="mod">
          <ac:chgData name="Yashvanth L" userId="7b83704d-541d-4c23-8627-80d170238a30" providerId="ADAL" clId="{ABFF663B-F5C1-CA43-8145-26BFC734EFC1}" dt="2025-09-02T06:02:40.834" v="1930" actId="207"/>
          <ac:spMkLst>
            <pc:docMk/>
            <pc:sldMk cId="2257224000" sldId="282"/>
            <ac:spMk id="2" creationId="{9D91CEED-621B-6DD8-7469-CD5AF945578C}"/>
          </ac:spMkLst>
        </pc:spChg>
        <pc:spChg chg="del">
          <ac:chgData name="Yashvanth L" userId="7b83704d-541d-4c23-8627-80d170238a30" providerId="ADAL" clId="{ABFF663B-F5C1-CA43-8145-26BFC734EFC1}" dt="2025-09-02T05:52:31.252" v="1691"/>
          <ac:spMkLst>
            <pc:docMk/>
            <pc:sldMk cId="2257224000" sldId="282"/>
            <ac:spMk id="4" creationId="{04011682-501E-55C5-2478-9AE16E6A673B}"/>
          </ac:spMkLst>
        </pc:spChg>
        <pc:spChg chg="mod">
          <ac:chgData name="Yashvanth L" userId="7b83704d-541d-4c23-8627-80d170238a30" providerId="ADAL" clId="{ABFF663B-F5C1-CA43-8145-26BFC734EFC1}" dt="2025-09-02T06:03:53.762" v="1959" actId="20577"/>
          <ac:spMkLst>
            <pc:docMk/>
            <pc:sldMk cId="2257224000" sldId="282"/>
            <ac:spMk id="5" creationId="{6F4981CE-A33E-DF5B-4A20-9B1FB4250DF1}"/>
          </ac:spMkLst>
        </pc:spChg>
        <pc:spChg chg="add mod">
          <ac:chgData name="Yashvanth L" userId="7b83704d-541d-4c23-8627-80d170238a30" providerId="ADAL" clId="{ABFF663B-F5C1-CA43-8145-26BFC734EFC1}" dt="2025-09-02T06:01:11.662" v="1905" actId="113"/>
          <ac:spMkLst>
            <pc:docMk/>
            <pc:sldMk cId="2257224000" sldId="282"/>
            <ac:spMk id="7" creationId="{5ED0DFF8-6736-918E-DCD7-C0539C5F7F5D}"/>
          </ac:spMkLst>
        </pc:spChg>
        <pc:spChg chg="del">
          <ac:chgData name="Yashvanth L" userId="7b83704d-541d-4c23-8627-80d170238a30" providerId="ADAL" clId="{ABFF663B-F5C1-CA43-8145-26BFC734EFC1}" dt="2025-09-02T04:43:03.411" v="31" actId="478"/>
          <ac:spMkLst>
            <pc:docMk/>
            <pc:sldMk cId="2257224000" sldId="282"/>
            <ac:spMk id="10" creationId="{0706A2C2-F775-EC06-BD70-530589B0852A}"/>
          </ac:spMkLst>
        </pc:spChg>
        <pc:spChg chg="add mod">
          <ac:chgData name="Yashvanth L" userId="7b83704d-541d-4c23-8627-80d170238a30" providerId="ADAL" clId="{ABFF663B-F5C1-CA43-8145-26BFC734EFC1}" dt="2025-09-02T05:40:45.172" v="1548" actId="20577"/>
          <ac:spMkLst>
            <pc:docMk/>
            <pc:sldMk cId="2257224000" sldId="282"/>
            <ac:spMk id="11" creationId="{80C926F9-C5DD-2087-6B49-43338F6A4022}"/>
          </ac:spMkLst>
        </pc:spChg>
        <pc:spChg chg="add mod">
          <ac:chgData name="Yashvanth L" userId="7b83704d-541d-4c23-8627-80d170238a30" providerId="ADAL" clId="{ABFF663B-F5C1-CA43-8145-26BFC734EFC1}" dt="2025-09-02T06:01:29.808" v="1916" actId="1076"/>
          <ac:spMkLst>
            <pc:docMk/>
            <pc:sldMk cId="2257224000" sldId="282"/>
            <ac:spMk id="12" creationId="{D0113435-4C70-87D1-E140-4A2D0F17EECD}"/>
          </ac:spMkLst>
        </pc:spChg>
        <pc:graphicFrameChg chg="del">
          <ac:chgData name="Yashvanth L" userId="7b83704d-541d-4c23-8627-80d170238a30" providerId="ADAL" clId="{ABFF663B-F5C1-CA43-8145-26BFC734EFC1}" dt="2025-09-02T04:43:03.411" v="31" actId="478"/>
          <ac:graphicFrameMkLst>
            <pc:docMk/>
            <pc:sldMk cId="2257224000" sldId="282"/>
            <ac:graphicFrameMk id="18" creationId="{64ECE2F9-60FD-3A54-D54B-2C40F8F92CC0}"/>
          </ac:graphicFrameMkLst>
        </pc:graphicFrameChg>
        <pc:picChg chg="add mod modCrop">
          <ac:chgData name="Yashvanth L" userId="7b83704d-541d-4c23-8627-80d170238a30" providerId="ADAL" clId="{ABFF663B-F5C1-CA43-8145-26BFC734EFC1}" dt="2025-09-02T05:40:35.868" v="1534" actId="14100"/>
          <ac:picMkLst>
            <pc:docMk/>
            <pc:sldMk cId="2257224000" sldId="282"/>
            <ac:picMk id="6" creationId="{101297B7-092C-B0B0-957F-197B6A46B435}"/>
          </ac:picMkLst>
        </pc:picChg>
        <pc:picChg chg="add del mod modCrop">
          <ac:chgData name="Yashvanth L" userId="7b83704d-541d-4c23-8627-80d170238a30" providerId="ADAL" clId="{ABFF663B-F5C1-CA43-8145-26BFC734EFC1}" dt="2025-09-02T04:59:26.153" v="730" actId="478"/>
          <ac:picMkLst>
            <pc:docMk/>
            <pc:sldMk cId="2257224000" sldId="282"/>
            <ac:picMk id="8" creationId="{95936EB9-318D-49F3-CE9A-3B0B4939150A}"/>
          </ac:picMkLst>
        </pc:picChg>
        <pc:picChg chg="mod">
          <ac:chgData name="Yashvanth L" userId="7b83704d-541d-4c23-8627-80d170238a30" providerId="ADAL" clId="{ABFF663B-F5C1-CA43-8145-26BFC734EFC1}" dt="2025-09-02T05:09:46.685" v="1044" actId="1076"/>
          <ac:picMkLst>
            <pc:docMk/>
            <pc:sldMk cId="2257224000" sldId="282"/>
            <ac:picMk id="9" creationId="{D46D6FA0-D907-71E2-022D-17F4D8D963C7}"/>
          </ac:picMkLst>
        </pc:picChg>
        <pc:picChg chg="add del mod">
          <ac:chgData name="Yashvanth L" userId="7b83704d-541d-4c23-8627-80d170238a30" providerId="ADAL" clId="{ABFF663B-F5C1-CA43-8145-26BFC734EFC1}" dt="2025-09-02T04:59:42.053" v="734" actId="478"/>
          <ac:picMkLst>
            <pc:docMk/>
            <pc:sldMk cId="2257224000" sldId="282"/>
            <ac:picMk id="13" creationId="{C04FBBE6-60FF-B4F6-1515-1F119B922A3E}"/>
          </ac:picMkLst>
        </pc:picChg>
        <pc:picChg chg="del">
          <ac:chgData name="Yashvanth L" userId="7b83704d-541d-4c23-8627-80d170238a30" providerId="ADAL" clId="{ABFF663B-F5C1-CA43-8145-26BFC734EFC1}" dt="2025-09-02T04:43:04.846" v="32" actId="478"/>
          <ac:picMkLst>
            <pc:docMk/>
            <pc:sldMk cId="2257224000" sldId="282"/>
            <ac:picMk id="14" creationId="{F7284A66-6781-4505-9CB6-528D6E70DF07}"/>
          </ac:picMkLst>
        </pc:picChg>
        <pc:picChg chg="add del mod">
          <ac:chgData name="Yashvanth L" userId="7b83704d-541d-4c23-8627-80d170238a30" providerId="ADAL" clId="{ABFF663B-F5C1-CA43-8145-26BFC734EFC1}" dt="2025-09-02T05:08:01.403" v="1022" actId="478"/>
          <ac:picMkLst>
            <pc:docMk/>
            <pc:sldMk cId="2257224000" sldId="282"/>
            <ac:picMk id="15" creationId="{84629B9A-F2F2-CBAB-D314-3DC1471CEC17}"/>
          </ac:picMkLst>
        </pc:picChg>
        <pc:picChg chg="del">
          <ac:chgData name="Yashvanth L" userId="7b83704d-541d-4c23-8627-80d170238a30" providerId="ADAL" clId="{ABFF663B-F5C1-CA43-8145-26BFC734EFC1}" dt="2025-09-02T04:43:03.411" v="31" actId="478"/>
          <ac:picMkLst>
            <pc:docMk/>
            <pc:sldMk cId="2257224000" sldId="282"/>
            <ac:picMk id="16" creationId="{0F49E1DE-30D6-DEC4-6A6B-65E45643A163}"/>
          </ac:picMkLst>
        </pc:picChg>
        <pc:picChg chg="add mod">
          <ac:chgData name="Yashvanth L" userId="7b83704d-541d-4c23-8627-80d170238a30" providerId="ADAL" clId="{ABFF663B-F5C1-CA43-8145-26BFC734EFC1}" dt="2025-09-02T05:10:06.503" v="1047" actId="1036"/>
          <ac:picMkLst>
            <pc:docMk/>
            <pc:sldMk cId="2257224000" sldId="282"/>
            <ac:picMk id="17" creationId="{9271CF1F-583C-2E2E-EA5D-ABA735580939}"/>
          </ac:picMkLst>
        </pc:picChg>
        <pc:cxnChg chg="mod">
          <ac:chgData name="Yashvanth L" userId="7b83704d-541d-4c23-8627-80d170238a30" providerId="ADAL" clId="{ABFF663B-F5C1-CA43-8145-26BFC734EFC1}" dt="2025-09-02T04:48:01.092" v="237" actId="1035"/>
          <ac:cxnSpMkLst>
            <pc:docMk/>
            <pc:sldMk cId="2257224000" sldId="282"/>
            <ac:cxnSpMk id="3" creationId="{EBA2DF59-DB07-DA92-F634-24D0789641A7}"/>
          </ac:cxnSpMkLst>
        </pc:cxnChg>
      </pc:sldChg>
      <pc:sldChg chg="del">
        <pc:chgData name="Yashvanth L" userId="7b83704d-541d-4c23-8627-80d170238a30" providerId="ADAL" clId="{ABFF663B-F5C1-CA43-8145-26BFC734EFC1}" dt="2025-09-02T04:42:37.073" v="1" actId="2696"/>
        <pc:sldMkLst>
          <pc:docMk/>
          <pc:sldMk cId="380659347" sldId="283"/>
        </pc:sldMkLst>
      </pc:sldChg>
      <pc:sldChg chg="addSp delSp modSp new mod">
        <pc:chgData name="Yashvanth L" userId="7b83704d-541d-4c23-8627-80d170238a30" providerId="ADAL" clId="{ABFF663B-F5C1-CA43-8145-26BFC734EFC1}" dt="2025-09-02T06:03:48.831" v="1955" actId="20577"/>
        <pc:sldMkLst>
          <pc:docMk/>
          <pc:sldMk cId="2827427725" sldId="283"/>
        </pc:sldMkLst>
        <pc:spChg chg="del">
          <ac:chgData name="Yashvanth L" userId="7b83704d-541d-4c23-8627-80d170238a30" providerId="ADAL" clId="{ABFF663B-F5C1-CA43-8145-26BFC734EFC1}" dt="2025-09-02T05:33:13.087" v="1367" actId="478"/>
          <ac:spMkLst>
            <pc:docMk/>
            <pc:sldMk cId="2827427725" sldId="283"/>
            <ac:spMk id="2" creationId="{5143AF89-C56F-49F8-ED53-7D4FBD7B1051}"/>
          </ac:spMkLst>
        </pc:spChg>
        <pc:spChg chg="del">
          <ac:chgData name="Yashvanth L" userId="7b83704d-541d-4c23-8627-80d170238a30" providerId="ADAL" clId="{ABFF663B-F5C1-CA43-8145-26BFC734EFC1}" dt="2025-09-02T05:33:14.544" v="1368" actId="478"/>
          <ac:spMkLst>
            <pc:docMk/>
            <pc:sldMk cId="2827427725" sldId="283"/>
            <ac:spMk id="3" creationId="{DA4CAF8F-C2AF-467D-44D6-75B0C08BB752}"/>
          </ac:spMkLst>
        </pc:spChg>
        <pc:spChg chg="del">
          <ac:chgData name="Yashvanth L" userId="7b83704d-541d-4c23-8627-80d170238a30" providerId="ADAL" clId="{ABFF663B-F5C1-CA43-8145-26BFC734EFC1}" dt="2025-09-02T05:52:31.252" v="1691"/>
          <ac:spMkLst>
            <pc:docMk/>
            <pc:sldMk cId="2827427725" sldId="283"/>
            <ac:spMk id="4" creationId="{A7022B9E-C6F8-1316-236E-9D20E340ACB8}"/>
          </ac:spMkLst>
        </pc:spChg>
        <pc:spChg chg="add mod">
          <ac:chgData name="Yashvanth L" userId="7b83704d-541d-4c23-8627-80d170238a30" providerId="ADAL" clId="{ABFF663B-F5C1-CA43-8145-26BFC734EFC1}" dt="2025-09-02T06:03:48.831" v="1955" actId="20577"/>
          <ac:spMkLst>
            <pc:docMk/>
            <pc:sldMk cId="2827427725" sldId="283"/>
            <ac:spMk id="6" creationId="{3B468527-8357-FBC8-253E-E59EA00D55A4}"/>
          </ac:spMkLst>
        </pc:spChg>
        <pc:spChg chg="add mod">
          <ac:chgData name="Yashvanth L" userId="7b83704d-541d-4c23-8627-80d170238a30" providerId="ADAL" clId="{ABFF663B-F5C1-CA43-8145-26BFC734EFC1}" dt="2025-09-02T05:37:44.126" v="1482" actId="20577"/>
          <ac:spMkLst>
            <pc:docMk/>
            <pc:sldMk cId="2827427725" sldId="283"/>
            <ac:spMk id="9" creationId="{5DD37622-7B18-6B0D-48DE-D27DC8B998EF}"/>
          </ac:spMkLst>
        </pc:spChg>
        <pc:spChg chg="add mod">
          <ac:chgData name="Yashvanth L" userId="7b83704d-541d-4c23-8627-80d170238a30" providerId="ADAL" clId="{ABFF663B-F5C1-CA43-8145-26BFC734EFC1}" dt="2025-09-02T05:36:56.563" v="1463" actId="1076"/>
          <ac:spMkLst>
            <pc:docMk/>
            <pc:sldMk cId="2827427725" sldId="283"/>
            <ac:spMk id="11" creationId="{5FDB77DA-ED69-FF81-62A6-14D14F3F14C6}"/>
          </ac:spMkLst>
        </pc:spChg>
        <pc:spChg chg="add mod">
          <ac:chgData name="Yashvanth L" userId="7b83704d-541d-4c23-8627-80d170238a30" providerId="ADAL" clId="{ABFF663B-F5C1-CA43-8145-26BFC734EFC1}" dt="2025-09-02T05:54:12.061" v="1766" actId="1076"/>
          <ac:spMkLst>
            <pc:docMk/>
            <pc:sldMk cId="2827427725" sldId="283"/>
            <ac:spMk id="13" creationId="{5FA55483-A624-628F-6DDB-A73CD66DDD0E}"/>
          </ac:spMkLst>
        </pc:spChg>
        <pc:spChg chg="add mod">
          <ac:chgData name="Yashvanth L" userId="7b83704d-541d-4c23-8627-80d170238a30" providerId="ADAL" clId="{ABFF663B-F5C1-CA43-8145-26BFC734EFC1}" dt="2025-09-02T05:38:02.654" v="1490" actId="1076"/>
          <ac:spMkLst>
            <pc:docMk/>
            <pc:sldMk cId="2827427725" sldId="283"/>
            <ac:spMk id="17" creationId="{D644ABA1-C7E8-D98C-9A4E-DBE34AF7DA2C}"/>
          </ac:spMkLst>
        </pc:spChg>
        <pc:spChg chg="add mod">
          <ac:chgData name="Yashvanth L" userId="7b83704d-541d-4c23-8627-80d170238a30" providerId="ADAL" clId="{ABFF663B-F5C1-CA43-8145-26BFC734EFC1}" dt="2025-09-02T05:50:32.340" v="1553" actId="1076"/>
          <ac:spMkLst>
            <pc:docMk/>
            <pc:sldMk cId="2827427725" sldId="283"/>
            <ac:spMk id="20" creationId="{585DB51E-FC92-2108-D78E-478824FC5919}"/>
          </ac:spMkLst>
        </pc:spChg>
        <pc:spChg chg="add mod">
          <ac:chgData name="Yashvanth L" userId="7b83704d-541d-4c23-8627-80d170238a30" providerId="ADAL" clId="{ABFF663B-F5C1-CA43-8145-26BFC734EFC1}" dt="2025-09-02T05:50:37.032" v="1555" actId="1076"/>
          <ac:spMkLst>
            <pc:docMk/>
            <pc:sldMk cId="2827427725" sldId="283"/>
            <ac:spMk id="24" creationId="{E71D9EE2-62CD-706B-43D3-F8F7F229760C}"/>
          </ac:spMkLst>
        </pc:spChg>
        <pc:picChg chg="add mod modCrop">
          <ac:chgData name="Yashvanth L" userId="7b83704d-541d-4c23-8627-80d170238a30" providerId="ADAL" clId="{ABFF663B-F5C1-CA43-8145-26BFC734EFC1}" dt="2025-09-02T05:49:57.078" v="1552" actId="14100"/>
          <ac:picMkLst>
            <pc:docMk/>
            <pc:sldMk cId="2827427725" sldId="283"/>
            <ac:picMk id="5" creationId="{E145B088-414A-205B-2144-8E4A36FAE40E}"/>
          </ac:picMkLst>
        </pc:picChg>
        <pc:cxnChg chg="add mod">
          <ac:chgData name="Yashvanth L" userId="7b83704d-541d-4c23-8627-80d170238a30" providerId="ADAL" clId="{ABFF663B-F5C1-CA43-8145-26BFC734EFC1}" dt="2025-09-02T05:37:38.255" v="1478" actId="14100"/>
          <ac:cxnSpMkLst>
            <pc:docMk/>
            <pc:sldMk cId="2827427725" sldId="283"/>
            <ac:cxnSpMk id="8" creationId="{EAE1C9C1-9709-B899-6709-DD1D3F789F58}"/>
          </ac:cxnSpMkLst>
        </pc:cxnChg>
        <pc:cxnChg chg="add mod">
          <ac:chgData name="Yashvanth L" userId="7b83704d-541d-4c23-8627-80d170238a30" providerId="ADAL" clId="{ABFF663B-F5C1-CA43-8145-26BFC734EFC1}" dt="2025-09-02T05:36:59.585" v="1464" actId="14100"/>
          <ac:cxnSpMkLst>
            <pc:docMk/>
            <pc:sldMk cId="2827427725" sldId="283"/>
            <ac:cxnSpMk id="10" creationId="{7F630016-9257-8702-B865-AD93BC92302D}"/>
          </ac:cxnSpMkLst>
        </pc:cxnChg>
        <pc:cxnChg chg="add mod">
          <ac:chgData name="Yashvanth L" userId="7b83704d-541d-4c23-8627-80d170238a30" providerId="ADAL" clId="{ABFF663B-F5C1-CA43-8145-26BFC734EFC1}" dt="2025-09-02T05:37:53.367" v="1485" actId="14100"/>
          <ac:cxnSpMkLst>
            <pc:docMk/>
            <pc:sldMk cId="2827427725" sldId="283"/>
            <ac:cxnSpMk id="16" creationId="{D89EEECD-A8D5-0B56-CD0F-BD6BA1757C12}"/>
          </ac:cxnSpMkLst>
        </pc:cxnChg>
        <pc:cxnChg chg="add mod">
          <ac:chgData name="Yashvanth L" userId="7b83704d-541d-4c23-8627-80d170238a30" providerId="ADAL" clId="{ABFF663B-F5C1-CA43-8145-26BFC734EFC1}" dt="2025-09-02T05:50:44.926" v="1558" actId="14100"/>
          <ac:cxnSpMkLst>
            <pc:docMk/>
            <pc:sldMk cId="2827427725" sldId="283"/>
            <ac:cxnSpMk id="19" creationId="{C5B19132-9E21-52D8-321F-B8EBA294FA7E}"/>
          </ac:cxnSpMkLst>
        </pc:cxnChg>
        <pc:cxnChg chg="add mod">
          <ac:chgData name="Yashvanth L" userId="7b83704d-541d-4c23-8627-80d170238a30" providerId="ADAL" clId="{ABFF663B-F5C1-CA43-8145-26BFC734EFC1}" dt="2025-09-02T05:50:42.307" v="1557" actId="14100"/>
          <ac:cxnSpMkLst>
            <pc:docMk/>
            <pc:sldMk cId="2827427725" sldId="283"/>
            <ac:cxnSpMk id="23" creationId="{2110275C-877F-1620-9739-CE3D546CA471}"/>
          </ac:cxnSpMkLst>
        </pc:cxnChg>
      </pc:sldChg>
      <pc:sldChg chg="del">
        <pc:chgData name="Yashvanth L" userId="7b83704d-541d-4c23-8627-80d170238a30" providerId="ADAL" clId="{ABFF663B-F5C1-CA43-8145-26BFC734EFC1}" dt="2025-09-02T04:42:37.075" v="2" actId="2696"/>
        <pc:sldMkLst>
          <pc:docMk/>
          <pc:sldMk cId="391150473" sldId="284"/>
        </pc:sldMkLst>
      </pc:sldChg>
      <pc:sldChg chg="del">
        <pc:chgData name="Yashvanth L" userId="7b83704d-541d-4c23-8627-80d170238a30" providerId="ADAL" clId="{ABFF663B-F5C1-CA43-8145-26BFC734EFC1}" dt="2025-09-02T04:42:37.076" v="3" actId="2696"/>
        <pc:sldMkLst>
          <pc:docMk/>
          <pc:sldMk cId="2238158354" sldId="286"/>
        </pc:sldMkLst>
      </pc:sldChg>
      <pc:sldChg chg="del">
        <pc:chgData name="Yashvanth L" userId="7b83704d-541d-4c23-8627-80d170238a30" providerId="ADAL" clId="{ABFF663B-F5C1-CA43-8145-26BFC734EFC1}" dt="2025-09-02T04:42:37.080" v="7" actId="2696"/>
        <pc:sldMkLst>
          <pc:docMk/>
          <pc:sldMk cId="2760033904" sldId="289"/>
        </pc:sldMkLst>
      </pc:sldChg>
      <pc:sldChg chg="del">
        <pc:chgData name="Yashvanth L" userId="7b83704d-541d-4c23-8627-80d170238a30" providerId="ADAL" clId="{ABFF663B-F5C1-CA43-8145-26BFC734EFC1}" dt="2025-09-02T04:42:37.260" v="28" actId="2696"/>
        <pc:sldMkLst>
          <pc:docMk/>
          <pc:sldMk cId="1739301308" sldId="293"/>
        </pc:sldMkLst>
      </pc:sldChg>
      <pc:sldChg chg="del">
        <pc:chgData name="Yashvanth L" userId="7b83704d-541d-4c23-8627-80d170238a30" providerId="ADAL" clId="{ABFF663B-F5C1-CA43-8145-26BFC734EFC1}" dt="2025-09-02T04:42:37.127" v="18" actId="2696"/>
        <pc:sldMkLst>
          <pc:docMk/>
          <pc:sldMk cId="4138107997" sldId="295"/>
        </pc:sldMkLst>
      </pc:sldChg>
      <pc:sldChg chg="del">
        <pc:chgData name="Yashvanth L" userId="7b83704d-541d-4c23-8627-80d170238a30" providerId="ADAL" clId="{ABFF663B-F5C1-CA43-8145-26BFC734EFC1}" dt="2025-09-02T04:42:37.172" v="19" actId="2696"/>
        <pc:sldMkLst>
          <pc:docMk/>
          <pc:sldMk cId="788113278" sldId="296"/>
        </pc:sldMkLst>
      </pc:sldChg>
      <pc:sldChg chg="del">
        <pc:chgData name="Yashvanth L" userId="7b83704d-541d-4c23-8627-80d170238a30" providerId="ADAL" clId="{ABFF663B-F5C1-CA43-8145-26BFC734EFC1}" dt="2025-09-02T04:42:37.204" v="20" actId="2696"/>
        <pc:sldMkLst>
          <pc:docMk/>
          <pc:sldMk cId="1783670296" sldId="297"/>
        </pc:sldMkLst>
      </pc:sldChg>
      <pc:sldChg chg="del">
        <pc:chgData name="Yashvanth L" userId="7b83704d-541d-4c23-8627-80d170238a30" providerId="ADAL" clId="{ABFF663B-F5C1-CA43-8145-26BFC734EFC1}" dt="2025-09-02T04:42:37.206" v="22" actId="2696"/>
        <pc:sldMkLst>
          <pc:docMk/>
          <pc:sldMk cId="95463394" sldId="298"/>
        </pc:sldMkLst>
      </pc:sldChg>
      <pc:sldChg chg="del">
        <pc:chgData name="Yashvanth L" userId="7b83704d-541d-4c23-8627-80d170238a30" providerId="ADAL" clId="{ABFF663B-F5C1-CA43-8145-26BFC734EFC1}" dt="2025-09-02T04:42:37.247" v="23" actId="2696"/>
        <pc:sldMkLst>
          <pc:docMk/>
          <pc:sldMk cId="448065458" sldId="299"/>
        </pc:sldMkLst>
      </pc:sldChg>
      <pc:sldChg chg="del">
        <pc:chgData name="Yashvanth L" userId="7b83704d-541d-4c23-8627-80d170238a30" providerId="ADAL" clId="{ABFF663B-F5C1-CA43-8145-26BFC734EFC1}" dt="2025-09-02T04:42:37.257" v="24" actId="2696"/>
        <pc:sldMkLst>
          <pc:docMk/>
          <pc:sldMk cId="1979487298" sldId="300"/>
        </pc:sldMkLst>
      </pc:sldChg>
      <pc:sldChg chg="del">
        <pc:chgData name="Yashvanth L" userId="7b83704d-541d-4c23-8627-80d170238a30" providerId="ADAL" clId="{ABFF663B-F5C1-CA43-8145-26BFC734EFC1}" dt="2025-09-02T04:42:37.070" v="0" actId="2696"/>
        <pc:sldMkLst>
          <pc:docMk/>
          <pc:sldMk cId="395546385" sldId="305"/>
        </pc:sldMkLst>
      </pc:sldChg>
      <pc:sldChg chg="del">
        <pc:chgData name="Yashvanth L" userId="7b83704d-541d-4c23-8627-80d170238a30" providerId="ADAL" clId="{ABFF663B-F5C1-CA43-8145-26BFC734EFC1}" dt="2025-09-02T04:42:37.205" v="21" actId="2696"/>
        <pc:sldMkLst>
          <pc:docMk/>
          <pc:sldMk cId="3412047361" sldId="308"/>
        </pc:sldMkLst>
      </pc:sldChg>
      <pc:sldChg chg="del">
        <pc:chgData name="Yashvanth L" userId="7b83704d-541d-4c23-8627-80d170238a30" providerId="ADAL" clId="{ABFF663B-F5C1-CA43-8145-26BFC734EFC1}" dt="2025-09-02T04:42:37.258" v="25" actId="2696"/>
        <pc:sldMkLst>
          <pc:docMk/>
          <pc:sldMk cId="4058326370" sldId="309"/>
        </pc:sldMkLst>
      </pc:sldChg>
      <pc:sldChg chg="del">
        <pc:chgData name="Yashvanth L" userId="7b83704d-541d-4c23-8627-80d170238a30" providerId="ADAL" clId="{ABFF663B-F5C1-CA43-8145-26BFC734EFC1}" dt="2025-09-02T04:42:37.259" v="26" actId="2696"/>
        <pc:sldMkLst>
          <pc:docMk/>
          <pc:sldMk cId="3438500555" sldId="313"/>
        </pc:sldMkLst>
      </pc:sldChg>
      <pc:sldChg chg="del">
        <pc:chgData name="Yashvanth L" userId="7b83704d-541d-4c23-8627-80d170238a30" providerId="ADAL" clId="{ABFF663B-F5C1-CA43-8145-26BFC734EFC1}" dt="2025-09-02T04:42:43.414" v="29" actId="2696"/>
        <pc:sldMkLst>
          <pc:docMk/>
          <pc:sldMk cId="3215983261" sldId="315"/>
        </pc:sldMkLst>
      </pc:sldChg>
      <pc:sldChg chg="del">
        <pc:chgData name="Yashvanth L" userId="7b83704d-541d-4c23-8627-80d170238a30" providerId="ADAL" clId="{ABFF663B-F5C1-CA43-8145-26BFC734EFC1}" dt="2025-09-02T04:42:37.090" v="15" actId="2696"/>
        <pc:sldMkLst>
          <pc:docMk/>
          <pc:sldMk cId="193658472" sldId="319"/>
        </pc:sldMkLst>
      </pc:sldChg>
      <pc:sldChg chg="del">
        <pc:chgData name="Yashvanth L" userId="7b83704d-541d-4c23-8627-80d170238a30" providerId="ADAL" clId="{ABFF663B-F5C1-CA43-8145-26BFC734EFC1}" dt="2025-09-02T04:42:43.424" v="30" actId="2696"/>
        <pc:sldMkLst>
          <pc:docMk/>
          <pc:sldMk cId="2399284460" sldId="323"/>
        </pc:sldMkLst>
      </pc:sldChg>
      <pc:sldChg chg="del">
        <pc:chgData name="Yashvanth L" userId="7b83704d-541d-4c23-8627-80d170238a30" providerId="ADAL" clId="{ABFF663B-F5C1-CA43-8145-26BFC734EFC1}" dt="2025-09-02T04:42:37.076" v="4" actId="2696"/>
        <pc:sldMkLst>
          <pc:docMk/>
          <pc:sldMk cId="3558398429" sldId="330"/>
        </pc:sldMkLst>
      </pc:sldChg>
      <pc:sldChg chg="del">
        <pc:chgData name="Yashvanth L" userId="7b83704d-541d-4c23-8627-80d170238a30" providerId="ADAL" clId="{ABFF663B-F5C1-CA43-8145-26BFC734EFC1}" dt="2025-09-02T04:42:37.091" v="17" actId="2696"/>
        <pc:sldMkLst>
          <pc:docMk/>
          <pc:sldMk cId="23007490" sldId="332"/>
        </pc:sldMkLst>
      </pc:sldChg>
      <pc:sldChg chg="del">
        <pc:chgData name="Yashvanth L" userId="7b83704d-541d-4c23-8627-80d170238a30" providerId="ADAL" clId="{ABFF663B-F5C1-CA43-8145-26BFC734EFC1}" dt="2025-09-02T04:42:37.079" v="6" actId="2696"/>
        <pc:sldMkLst>
          <pc:docMk/>
          <pc:sldMk cId="3938815702" sldId="333"/>
        </pc:sldMkLst>
      </pc:sldChg>
      <pc:sldChg chg="del">
        <pc:chgData name="Yashvanth L" userId="7b83704d-541d-4c23-8627-80d170238a30" providerId="ADAL" clId="{ABFF663B-F5C1-CA43-8145-26BFC734EFC1}" dt="2025-09-02T04:42:37.081" v="8" actId="2696"/>
        <pc:sldMkLst>
          <pc:docMk/>
          <pc:sldMk cId="2611402622" sldId="334"/>
        </pc:sldMkLst>
      </pc:sldChg>
    </pc:docChg>
  </pc:docChgLst>
  <pc:docChgLst>
    <pc:chgData name="Yashvanth L" userId="7b83704d-541d-4c23-8627-80d170238a30" providerId="ADAL" clId="{35A471A9-DDC9-2842-AC48-F6C02C284379}"/>
    <pc:docChg chg="undo custSel addSld delSld modSld sldOrd modMainMaster">
      <pc:chgData name="Yashvanth L" userId="7b83704d-541d-4c23-8627-80d170238a30" providerId="ADAL" clId="{35A471A9-DDC9-2842-AC48-F6C02C284379}" dt="2024-11-19T11:02:52.646" v="8872" actId="1076"/>
      <pc:docMkLst>
        <pc:docMk/>
      </pc:docMkLst>
      <pc:sldChg chg="add del">
        <pc:chgData name="Yashvanth L" userId="7b83704d-541d-4c23-8627-80d170238a30" providerId="ADAL" clId="{35A471A9-DDC9-2842-AC48-F6C02C284379}" dt="2024-11-17T07:19:13.107" v="307" actId="2696"/>
        <pc:sldMkLst>
          <pc:docMk/>
          <pc:sldMk cId="927341229" sldId="256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147636991" sldId="256"/>
        </pc:sldMkLst>
      </pc:sldChg>
      <pc:sldChg chg="add del">
        <pc:chgData name="Yashvanth L" userId="7b83704d-541d-4c23-8627-80d170238a30" providerId="ADAL" clId="{35A471A9-DDC9-2842-AC48-F6C02C284379}" dt="2024-11-17T11:30:01.731" v="1522" actId="2696"/>
        <pc:sldMkLst>
          <pc:docMk/>
          <pc:sldMk cId="3463827806" sldId="256"/>
        </pc:sldMkLst>
      </pc:sldChg>
      <pc:sldChg chg="addSp delSp modSp add mod">
        <pc:chgData name="Yashvanth L" userId="7b83704d-541d-4c23-8627-80d170238a30" providerId="ADAL" clId="{35A471A9-DDC9-2842-AC48-F6C02C284379}" dt="2024-11-19T11:01:52.084" v="8864" actId="1037"/>
        <pc:sldMkLst>
          <pc:docMk/>
          <pc:sldMk cId="0" sldId="257"/>
        </pc:sldMkLst>
      </pc:sldChg>
      <pc:sldChg chg="addSp delSp modSp add mod">
        <pc:chgData name="Yashvanth L" userId="7b83704d-541d-4c23-8627-80d170238a30" providerId="ADAL" clId="{35A471A9-DDC9-2842-AC48-F6C02C284379}" dt="2024-11-18T17:34:31.732" v="8235" actId="114"/>
        <pc:sldMkLst>
          <pc:docMk/>
          <pc:sldMk cId="76017559" sldId="258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412956477" sldId="258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1365623336" sldId="259"/>
        </pc:sldMkLst>
      </pc:sldChg>
      <pc:sldChg chg="addSp modSp add del mod">
        <pc:chgData name="Yashvanth L" userId="7b83704d-541d-4c23-8627-80d170238a30" providerId="ADAL" clId="{35A471A9-DDC9-2842-AC48-F6C02C284379}" dt="2024-11-18T14:47:14.310" v="7656" actId="2696"/>
        <pc:sldMkLst>
          <pc:docMk/>
          <pc:sldMk cId="1620153819" sldId="259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4007434664" sldId="260"/>
        </pc:sldMkLst>
      </pc:sldChg>
      <pc:sldChg chg="modSp add del mod">
        <pc:chgData name="Yashvanth L" userId="7b83704d-541d-4c23-8627-80d170238a30" providerId="ADAL" clId="{35A471A9-DDC9-2842-AC48-F6C02C284379}" dt="2024-11-18T11:03:17.603" v="6723" actId="2696"/>
        <pc:sldMkLst>
          <pc:docMk/>
          <pc:sldMk cId="4014177959" sldId="260"/>
        </pc:sldMkLst>
      </pc:sldChg>
      <pc:sldChg chg="addSp delSp modSp add mod ord">
        <pc:chgData name="Yashvanth L" userId="7b83704d-541d-4c23-8627-80d170238a30" providerId="ADAL" clId="{35A471A9-DDC9-2842-AC48-F6C02C284379}" dt="2024-11-19T05:00:09.180" v="8476" actId="1582"/>
        <pc:sldMkLst>
          <pc:docMk/>
          <pc:sldMk cId="3041537138" sldId="265"/>
        </pc:sldMkLst>
      </pc:sldChg>
      <pc:sldChg chg="add del ord">
        <pc:chgData name="Yashvanth L" userId="7b83704d-541d-4c23-8627-80d170238a30" providerId="ADAL" clId="{35A471A9-DDC9-2842-AC48-F6C02C284379}" dt="2024-11-18T06:24:08.311" v="3773" actId="2696"/>
        <pc:sldMkLst>
          <pc:docMk/>
          <pc:sldMk cId="1398309949" sldId="266"/>
        </pc:sldMkLst>
      </pc:sldChg>
      <pc:sldChg chg="add del">
        <pc:chgData name="Yashvanth L" userId="7b83704d-541d-4c23-8627-80d170238a30" providerId="ADAL" clId="{35A471A9-DDC9-2842-AC48-F6C02C284379}" dt="2024-11-17T11:50:28.826" v="2414" actId="2696"/>
        <pc:sldMkLst>
          <pc:docMk/>
          <pc:sldMk cId="1900349558" sldId="266"/>
        </pc:sldMkLst>
      </pc:sldChg>
      <pc:sldChg chg="del">
        <pc:chgData name="Yashvanth L" userId="7b83704d-541d-4c23-8627-80d170238a30" providerId="ADAL" clId="{35A471A9-DDC9-2842-AC48-F6C02C284379}" dt="2024-11-17T11:31:30.710" v="1530" actId="2696"/>
        <pc:sldMkLst>
          <pc:docMk/>
          <pc:sldMk cId="3516772723" sldId="266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161866542" sldId="267"/>
        </pc:sldMkLst>
      </pc:sldChg>
      <pc:sldChg chg="addSp modSp add mod">
        <pc:chgData name="Yashvanth L" userId="7b83704d-541d-4c23-8627-80d170238a30" providerId="ADAL" clId="{35A471A9-DDC9-2842-AC48-F6C02C284379}" dt="2024-11-18T14:32:54.383" v="7421"/>
        <pc:sldMkLst>
          <pc:docMk/>
          <pc:sldMk cId="2159665343" sldId="267"/>
        </pc:sldMkLst>
      </pc:sldChg>
      <pc:sldChg chg="addSp modSp add mod">
        <pc:chgData name="Yashvanth L" userId="7b83704d-541d-4c23-8627-80d170238a30" providerId="ADAL" clId="{35A471A9-DDC9-2842-AC48-F6C02C284379}" dt="2024-11-18T14:32:54.383" v="7421"/>
        <pc:sldMkLst>
          <pc:docMk/>
          <pc:sldMk cId="191487302" sldId="268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496848301" sldId="268"/>
        </pc:sldMkLst>
      </pc:sldChg>
      <pc:sldChg chg="addSp modSp add mod">
        <pc:chgData name="Yashvanth L" userId="7b83704d-541d-4c23-8627-80d170238a30" providerId="ADAL" clId="{35A471A9-DDC9-2842-AC48-F6C02C284379}" dt="2024-11-18T14:47:59.300" v="7674" actId="1076"/>
        <pc:sldMkLst>
          <pc:docMk/>
          <pc:sldMk cId="1157124924" sldId="269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1322223720" sldId="269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74240888" sldId="270"/>
        </pc:sldMkLst>
      </pc:sldChg>
      <pc:sldChg chg="addSp modSp add mod">
        <pc:chgData name="Yashvanth L" userId="7b83704d-541d-4c23-8627-80d170238a30" providerId="ADAL" clId="{35A471A9-DDC9-2842-AC48-F6C02C284379}" dt="2024-11-19T05:04:39.848" v="8488" actId="207"/>
        <pc:sldMkLst>
          <pc:docMk/>
          <pc:sldMk cId="3534894820" sldId="270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1830465353" sldId="271"/>
        </pc:sldMkLst>
      </pc:sldChg>
      <pc:sldChg chg="addSp delSp modSp add mod">
        <pc:chgData name="Yashvanth L" userId="7b83704d-541d-4c23-8627-80d170238a30" providerId="ADAL" clId="{35A471A9-DDC9-2842-AC48-F6C02C284379}" dt="2024-11-18T11:23:27.710" v="7096"/>
        <pc:sldMkLst>
          <pc:docMk/>
          <pc:sldMk cId="2654528297" sldId="271"/>
        </pc:sldMkLst>
      </pc:sldChg>
      <pc:sldChg chg="add del">
        <pc:chgData name="Yashvanth L" userId="7b83704d-541d-4c23-8627-80d170238a30" providerId="ADAL" clId="{35A471A9-DDC9-2842-AC48-F6C02C284379}" dt="2024-11-18T07:14:22.967" v="4756" actId="2696"/>
        <pc:sldMkLst>
          <pc:docMk/>
          <pc:sldMk cId="891162620" sldId="272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392707418" sldId="272"/>
        </pc:sldMkLst>
      </pc:sldChg>
      <pc:sldChg chg="add del">
        <pc:chgData name="Yashvanth L" userId="7b83704d-541d-4c23-8627-80d170238a30" providerId="ADAL" clId="{35A471A9-DDC9-2842-AC48-F6C02C284379}" dt="2024-11-18T07:15:16.376" v="4758"/>
        <pc:sldMkLst>
          <pc:docMk/>
          <pc:sldMk cId="4050454767" sldId="272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776987650" sldId="273"/>
        </pc:sldMkLst>
      </pc:sldChg>
      <pc:sldChg chg="modSp add del mod">
        <pc:chgData name="Yashvanth L" userId="7b83704d-541d-4c23-8627-80d170238a30" providerId="ADAL" clId="{35A471A9-DDC9-2842-AC48-F6C02C284379}" dt="2024-11-18T07:14:22.967" v="4756" actId="2696"/>
        <pc:sldMkLst>
          <pc:docMk/>
          <pc:sldMk cId="2982127282" sldId="273"/>
        </pc:sldMkLst>
      </pc:sldChg>
      <pc:sldChg chg="add del">
        <pc:chgData name="Yashvanth L" userId="7b83704d-541d-4c23-8627-80d170238a30" providerId="ADAL" clId="{35A471A9-DDC9-2842-AC48-F6C02C284379}" dt="2024-11-18T07:15:16.376" v="4758"/>
        <pc:sldMkLst>
          <pc:docMk/>
          <pc:sldMk cId="4065836387" sldId="273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220017715" sldId="274"/>
        </pc:sldMkLst>
      </pc:sldChg>
      <pc:sldChg chg="addSp delSp modSp add del mod">
        <pc:chgData name="Yashvanth L" userId="7b83704d-541d-4c23-8627-80d170238a30" providerId="ADAL" clId="{35A471A9-DDC9-2842-AC48-F6C02C284379}" dt="2024-11-18T15:17:49.046" v="8127" actId="1076"/>
        <pc:sldMkLst>
          <pc:docMk/>
          <pc:sldMk cId="1290601409" sldId="274"/>
        </pc:sldMkLst>
      </pc:sldChg>
      <pc:sldChg chg="addSp delSp modSp mod">
        <pc:chgData name="Yashvanth L" userId="7b83704d-541d-4c23-8627-80d170238a30" providerId="ADAL" clId="{35A471A9-DDC9-2842-AC48-F6C02C284379}" dt="2024-11-19T06:31:45.325" v="8512" actId="20577"/>
        <pc:sldMkLst>
          <pc:docMk/>
          <pc:sldMk cId="2369515862" sldId="275"/>
        </pc:sldMkLst>
      </pc:sldChg>
      <pc:sldChg chg="addSp modSp add del mod">
        <pc:chgData name="Yashvanth L" userId="7b83704d-541d-4c23-8627-80d170238a30" providerId="ADAL" clId="{35A471A9-DDC9-2842-AC48-F6C02C284379}" dt="2024-11-18T14:40:49.327" v="7548" actId="2696"/>
        <pc:sldMkLst>
          <pc:docMk/>
          <pc:sldMk cId="2074860507" sldId="276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2578453909" sldId="276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306033591" sldId="277"/>
        </pc:sldMkLst>
      </pc:sldChg>
      <pc:sldChg chg="addSp delSp modSp add mod">
        <pc:chgData name="Yashvanth L" userId="7b83704d-541d-4c23-8627-80d170238a30" providerId="ADAL" clId="{35A471A9-DDC9-2842-AC48-F6C02C284379}" dt="2024-11-19T05:57:53.190" v="8498" actId="179"/>
        <pc:sldMkLst>
          <pc:docMk/>
          <pc:sldMk cId="3335099335" sldId="277"/>
        </pc:sldMkLst>
      </pc:sldChg>
      <pc:sldChg chg="addSp modSp add mod ord">
        <pc:chgData name="Yashvanth L" userId="7b83704d-541d-4c23-8627-80d170238a30" providerId="ADAL" clId="{35A471A9-DDC9-2842-AC48-F6C02C284379}" dt="2024-11-19T04:56:45.780" v="8424" actId="1038"/>
        <pc:sldMkLst>
          <pc:docMk/>
          <pc:sldMk cId="2652421162" sldId="278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566650295" sldId="278"/>
        </pc:sldMkLst>
      </pc:sldChg>
      <pc:sldChg chg="addSp modSp add mod">
        <pc:chgData name="Yashvanth L" userId="7b83704d-541d-4c23-8627-80d170238a30" providerId="ADAL" clId="{35A471A9-DDC9-2842-AC48-F6C02C284379}" dt="2024-11-19T05:00:42.494" v="8478" actId="1076"/>
        <pc:sldMkLst>
          <pc:docMk/>
          <pc:sldMk cId="2257224000" sldId="282"/>
        </pc:sldMkLst>
      </pc:sldChg>
      <pc:sldChg chg="addSp modSp add mod">
        <pc:chgData name="Yashvanth L" userId="7b83704d-541d-4c23-8627-80d170238a30" providerId="ADAL" clId="{35A471A9-DDC9-2842-AC48-F6C02C284379}" dt="2024-11-19T11:02:52.646" v="8872" actId="1076"/>
        <pc:sldMkLst>
          <pc:docMk/>
          <pc:sldMk cId="380659347" sldId="283"/>
        </pc:sldMkLst>
      </pc:sldChg>
      <pc:sldChg chg="addSp modSp add mod ord">
        <pc:chgData name="Yashvanth L" userId="7b83704d-541d-4c23-8627-80d170238a30" providerId="ADAL" clId="{35A471A9-DDC9-2842-AC48-F6C02C284379}" dt="2024-11-19T05:02:05.192" v="8482" actId="2711"/>
        <pc:sldMkLst>
          <pc:docMk/>
          <pc:sldMk cId="391150473" sldId="284"/>
        </pc:sldMkLst>
      </pc:sldChg>
      <pc:sldChg chg="addSp delSp modSp add mod">
        <pc:chgData name="Yashvanth L" userId="7b83704d-541d-4c23-8627-80d170238a30" providerId="ADAL" clId="{35A471A9-DDC9-2842-AC48-F6C02C284379}" dt="2024-11-19T05:58:18.684" v="8500" actId="179"/>
        <pc:sldMkLst>
          <pc:docMk/>
          <pc:sldMk cId="2238158354" sldId="286"/>
        </pc:sldMkLst>
      </pc:sldChg>
      <pc:sldChg chg="modSp add del mod">
        <pc:chgData name="Yashvanth L" userId="7b83704d-541d-4c23-8627-80d170238a30" providerId="ADAL" clId="{35A471A9-DDC9-2842-AC48-F6C02C284379}" dt="2024-11-18T09:45:09.321" v="5591" actId="2696"/>
        <pc:sldMkLst>
          <pc:docMk/>
          <pc:sldMk cId="4156278260" sldId="288"/>
        </pc:sldMkLst>
      </pc:sldChg>
      <pc:sldChg chg="addSp modSp add mod">
        <pc:chgData name="Yashvanth L" userId="7b83704d-541d-4c23-8627-80d170238a30" providerId="ADAL" clId="{35A471A9-DDC9-2842-AC48-F6C02C284379}" dt="2024-11-19T05:04:06.139" v="8486" actId="1076"/>
        <pc:sldMkLst>
          <pc:docMk/>
          <pc:sldMk cId="2760033904" sldId="289"/>
        </pc:sldMkLst>
      </pc:sldChg>
      <pc:sldChg chg="modSp del mod">
        <pc:chgData name="Yashvanth L" userId="7b83704d-541d-4c23-8627-80d170238a30" providerId="ADAL" clId="{35A471A9-DDC9-2842-AC48-F6C02C284379}" dt="2024-11-18T07:21:09.631" v="4992" actId="2696"/>
        <pc:sldMkLst>
          <pc:docMk/>
          <pc:sldMk cId="3682396238" sldId="292"/>
        </pc:sldMkLst>
      </pc:sldChg>
      <pc:sldChg chg="addSp modSp mod">
        <pc:chgData name="Yashvanth L" userId="7b83704d-541d-4c23-8627-80d170238a30" providerId="ADAL" clId="{35A471A9-DDC9-2842-AC48-F6C02C284379}" dt="2024-11-19T06:32:26.358" v="8514" actId="1076"/>
        <pc:sldMkLst>
          <pc:docMk/>
          <pc:sldMk cId="1739301308" sldId="293"/>
        </pc:sldMkLst>
      </pc:sldChg>
      <pc:sldChg chg="addSp modSp mod">
        <pc:chgData name="Yashvanth L" userId="7b83704d-541d-4c23-8627-80d170238a30" providerId="ADAL" clId="{35A471A9-DDC9-2842-AC48-F6C02C284379}" dt="2024-11-18T14:32:54.383" v="7421"/>
        <pc:sldMkLst>
          <pc:docMk/>
          <pc:sldMk cId="4138107997" sldId="295"/>
        </pc:sldMkLst>
      </pc:sldChg>
      <pc:sldChg chg="addSp modSp mod">
        <pc:chgData name="Yashvanth L" userId="7b83704d-541d-4c23-8627-80d170238a30" providerId="ADAL" clId="{35A471A9-DDC9-2842-AC48-F6C02C284379}" dt="2024-11-18T14:50:27.169" v="7765" actId="1036"/>
        <pc:sldMkLst>
          <pc:docMk/>
          <pc:sldMk cId="788113278" sldId="296"/>
        </pc:sldMkLst>
      </pc:sldChg>
      <pc:sldChg chg="addSp modSp mod">
        <pc:chgData name="Yashvanth L" userId="7b83704d-541d-4c23-8627-80d170238a30" providerId="ADAL" clId="{35A471A9-DDC9-2842-AC48-F6C02C284379}" dt="2024-11-18T15:07:33.653" v="8019" actId="1076"/>
        <pc:sldMkLst>
          <pc:docMk/>
          <pc:sldMk cId="1783670296" sldId="297"/>
        </pc:sldMkLst>
      </pc:sldChg>
      <pc:sldChg chg="addSp modSp mod">
        <pc:chgData name="Yashvanth L" userId="7b83704d-541d-4c23-8627-80d170238a30" providerId="ADAL" clId="{35A471A9-DDC9-2842-AC48-F6C02C284379}" dt="2024-11-19T05:07:28.033" v="8492" actId="1076"/>
        <pc:sldMkLst>
          <pc:docMk/>
          <pc:sldMk cId="95463394" sldId="298"/>
        </pc:sldMkLst>
      </pc:sldChg>
      <pc:sldChg chg="addSp modSp mod">
        <pc:chgData name="Yashvanth L" userId="7b83704d-541d-4c23-8627-80d170238a30" providerId="ADAL" clId="{35A471A9-DDC9-2842-AC48-F6C02C284379}" dt="2024-11-19T10:54:01.916" v="8829" actId="20577"/>
        <pc:sldMkLst>
          <pc:docMk/>
          <pc:sldMk cId="448065458" sldId="299"/>
        </pc:sldMkLst>
      </pc:sldChg>
      <pc:sldChg chg="addSp modSp mod">
        <pc:chgData name="Yashvanth L" userId="7b83704d-541d-4c23-8627-80d170238a30" providerId="ADAL" clId="{35A471A9-DDC9-2842-AC48-F6C02C284379}" dt="2024-11-18T14:32:44.291" v="7415"/>
        <pc:sldMkLst>
          <pc:docMk/>
          <pc:sldMk cId="1979487298" sldId="300"/>
        </pc:sldMkLst>
      </pc:sldChg>
      <pc:sldChg chg="add del">
        <pc:chgData name="Yashvanth L" userId="7b83704d-541d-4c23-8627-80d170238a30" providerId="ADAL" clId="{35A471A9-DDC9-2842-AC48-F6C02C284379}" dt="2024-11-17T11:31:46.531" v="1532" actId="2696"/>
        <pc:sldMkLst>
          <pc:docMk/>
          <pc:sldMk cId="3340474364" sldId="301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894116012" sldId="301"/>
        </pc:sldMkLst>
      </pc:sldChg>
      <pc:sldChg chg="modSp add del mod">
        <pc:chgData name="Yashvanth L" userId="7b83704d-541d-4c23-8627-80d170238a30" providerId="ADAL" clId="{35A471A9-DDC9-2842-AC48-F6C02C284379}" dt="2024-11-17T11:31:14.481" v="1529" actId="2696"/>
        <pc:sldMkLst>
          <pc:docMk/>
          <pc:sldMk cId="1245475725" sldId="302"/>
        </pc:sldMkLst>
      </pc:sldChg>
      <pc:sldChg chg="modSp add del mod">
        <pc:chgData name="Yashvanth L" userId="7b83704d-541d-4c23-8627-80d170238a30" providerId="ADAL" clId="{35A471A9-DDC9-2842-AC48-F6C02C284379}" dt="2024-11-17T11:29:48.078" v="1519"/>
        <pc:sldMkLst>
          <pc:docMk/>
          <pc:sldMk cId="1812796291" sldId="302"/>
        </pc:sldMkLst>
      </pc:sldChg>
      <pc:sldChg chg="addSp delSp modSp mod">
        <pc:chgData name="Yashvanth L" userId="7b83704d-541d-4c23-8627-80d170238a30" providerId="ADAL" clId="{35A471A9-DDC9-2842-AC48-F6C02C284379}" dt="2024-11-19T11:02:10.791" v="8868" actId="1076"/>
        <pc:sldMkLst>
          <pc:docMk/>
          <pc:sldMk cId="395546385" sldId="305"/>
        </pc:sldMkLst>
      </pc:sldChg>
      <pc:sldChg chg="del">
        <pc:chgData name="Yashvanth L" userId="7b83704d-541d-4c23-8627-80d170238a30" providerId="ADAL" clId="{35A471A9-DDC9-2842-AC48-F6C02C284379}" dt="2024-11-17T07:16:19.221" v="261" actId="2696"/>
        <pc:sldMkLst>
          <pc:docMk/>
          <pc:sldMk cId="3395505589" sldId="306"/>
        </pc:sldMkLst>
      </pc:sldChg>
      <pc:sldChg chg="addSp modSp mod">
        <pc:chgData name="Yashvanth L" userId="7b83704d-541d-4c23-8627-80d170238a30" providerId="ADAL" clId="{35A471A9-DDC9-2842-AC48-F6C02C284379}" dt="2024-11-19T04:49:15.500" v="8407" actId="207"/>
        <pc:sldMkLst>
          <pc:docMk/>
          <pc:sldMk cId="3412047361" sldId="308"/>
        </pc:sldMkLst>
      </pc:sldChg>
      <pc:sldChg chg="addSp delSp modSp mod">
        <pc:chgData name="Yashvanth L" userId="7b83704d-541d-4c23-8627-80d170238a30" providerId="ADAL" clId="{35A471A9-DDC9-2842-AC48-F6C02C284379}" dt="2024-11-18T15:23:15.873" v="8208" actId="114"/>
        <pc:sldMkLst>
          <pc:docMk/>
          <pc:sldMk cId="4058326370" sldId="309"/>
        </pc:sldMkLst>
      </pc:sldChg>
      <pc:sldChg chg="addSp modSp del mod">
        <pc:chgData name="Yashvanth L" userId="7b83704d-541d-4c23-8627-80d170238a30" providerId="ADAL" clId="{35A471A9-DDC9-2842-AC48-F6C02C284379}" dt="2024-11-19T10:53:42.190" v="8823" actId="2696"/>
        <pc:sldMkLst>
          <pc:docMk/>
          <pc:sldMk cId="324302008" sldId="310"/>
        </pc:sldMkLst>
      </pc:sldChg>
      <pc:sldChg chg="del">
        <pc:chgData name="Yashvanth L" userId="7b83704d-541d-4c23-8627-80d170238a30" providerId="ADAL" clId="{35A471A9-DDC9-2842-AC48-F6C02C284379}" dt="2024-11-17T08:37:54.622" v="950" actId="2696"/>
        <pc:sldMkLst>
          <pc:docMk/>
          <pc:sldMk cId="3524312916" sldId="311"/>
        </pc:sldMkLst>
      </pc:sldChg>
      <pc:sldChg chg="del">
        <pc:chgData name="Yashvanth L" userId="7b83704d-541d-4c23-8627-80d170238a30" providerId="ADAL" clId="{35A471A9-DDC9-2842-AC48-F6C02C284379}" dt="2024-11-17T08:36:51.573" v="949" actId="2696"/>
        <pc:sldMkLst>
          <pc:docMk/>
          <pc:sldMk cId="1221938741" sldId="312"/>
        </pc:sldMkLst>
      </pc:sldChg>
      <pc:sldChg chg="addSp modSp mod">
        <pc:chgData name="Yashvanth L" userId="7b83704d-541d-4c23-8627-80d170238a30" providerId="ADAL" clId="{35A471A9-DDC9-2842-AC48-F6C02C284379}" dt="2024-11-18T15:18:16.258" v="8131" actId="27636"/>
        <pc:sldMkLst>
          <pc:docMk/>
          <pc:sldMk cId="3438500555" sldId="313"/>
        </pc:sldMkLst>
      </pc:sldChg>
      <pc:sldChg chg="del">
        <pc:chgData name="Yashvanth L" userId="7b83704d-541d-4c23-8627-80d170238a30" providerId="ADAL" clId="{35A471A9-DDC9-2842-AC48-F6C02C284379}" dt="2024-11-17T11:50:24.299" v="2413" actId="2696"/>
        <pc:sldMkLst>
          <pc:docMk/>
          <pc:sldMk cId="3979514556" sldId="314"/>
        </pc:sldMkLst>
      </pc:sldChg>
      <pc:sldChg chg="addSp delSp modSp new mod">
        <pc:chgData name="Yashvanth L" userId="7b83704d-541d-4c23-8627-80d170238a30" providerId="ADAL" clId="{35A471A9-DDC9-2842-AC48-F6C02C284379}" dt="2024-11-18T15:13:51.357" v="8080" actId="20577"/>
        <pc:sldMkLst>
          <pc:docMk/>
          <pc:sldMk cId="3215983261" sldId="315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1261481665" sldId="316"/>
        </pc:sldMkLst>
      </pc:sldChg>
      <pc:sldChg chg="add del">
        <pc:chgData name="Yashvanth L" userId="7b83704d-541d-4c23-8627-80d170238a30" providerId="ADAL" clId="{35A471A9-DDC9-2842-AC48-F6C02C284379}" dt="2024-11-17T11:30:03.702" v="1523" actId="2696"/>
        <pc:sldMkLst>
          <pc:docMk/>
          <pc:sldMk cId="4000504224" sldId="316"/>
        </pc:sldMkLst>
      </pc:sldChg>
      <pc:sldChg chg="addSp delSp modSp add del mod">
        <pc:chgData name="Yashvanth L" userId="7b83704d-541d-4c23-8627-80d170238a30" providerId="ADAL" clId="{35A471A9-DDC9-2842-AC48-F6C02C284379}" dt="2024-11-18T09:41:41.660" v="5531" actId="2696"/>
        <pc:sldMkLst>
          <pc:docMk/>
          <pc:sldMk cId="568059751" sldId="317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4250682389" sldId="317"/>
        </pc:sldMkLst>
      </pc:sldChg>
      <pc:sldChg chg="addSp modSp add del mod">
        <pc:chgData name="Yashvanth L" userId="7b83704d-541d-4c23-8627-80d170238a30" providerId="ADAL" clId="{35A471A9-DDC9-2842-AC48-F6C02C284379}" dt="2024-11-18T14:40:49.327" v="7548" actId="2696"/>
        <pc:sldMkLst>
          <pc:docMk/>
          <pc:sldMk cId="3245922705" sldId="318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281278796" sldId="318"/>
        </pc:sldMkLst>
      </pc:sldChg>
      <pc:sldChg chg="addSp delSp modSp add mod">
        <pc:chgData name="Yashvanth L" userId="7b83704d-541d-4c23-8627-80d170238a30" providerId="ADAL" clId="{35A471A9-DDC9-2842-AC48-F6C02C284379}" dt="2024-11-19T11:00:48.869" v="8859" actId="1076"/>
        <pc:sldMkLst>
          <pc:docMk/>
          <pc:sldMk cId="193658472" sldId="319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1465695784" sldId="319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21437063" sldId="320"/>
        </pc:sldMkLst>
      </pc:sldChg>
      <pc:sldChg chg="add del">
        <pc:chgData name="Yashvanth L" userId="7b83704d-541d-4c23-8627-80d170238a30" providerId="ADAL" clId="{35A471A9-DDC9-2842-AC48-F6C02C284379}" dt="2024-11-18T07:16:33.928" v="4795" actId="2696"/>
        <pc:sldMkLst>
          <pc:docMk/>
          <pc:sldMk cId="2168780136" sldId="320"/>
        </pc:sldMkLst>
      </pc:sldChg>
      <pc:sldChg chg="addSp modSp add del mod">
        <pc:chgData name="Yashvanth L" userId="7b83704d-541d-4c23-8627-80d170238a30" providerId="ADAL" clId="{35A471A9-DDC9-2842-AC48-F6C02C284379}" dt="2024-11-19T10:52:59.602" v="8822" actId="2696"/>
        <pc:sldMkLst>
          <pc:docMk/>
          <pc:sldMk cId="1488705865" sldId="321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2027095249" sldId="321"/>
        </pc:sldMkLst>
      </pc:sldChg>
      <pc:sldChg chg="modSp add del mod">
        <pc:chgData name="Yashvanth L" userId="7b83704d-541d-4c23-8627-80d170238a30" providerId="ADAL" clId="{35A471A9-DDC9-2842-AC48-F6C02C284379}" dt="2024-11-18T07:16:39.332" v="4796" actId="2696"/>
        <pc:sldMkLst>
          <pc:docMk/>
          <pc:sldMk cId="2000632451" sldId="322"/>
        </pc:sldMkLst>
      </pc:sldChg>
      <pc:sldChg chg="add del">
        <pc:chgData name="Yashvanth L" userId="7b83704d-541d-4c23-8627-80d170238a30" providerId="ADAL" clId="{35A471A9-DDC9-2842-AC48-F6C02C284379}" dt="2024-11-17T11:29:48.078" v="1519"/>
        <pc:sldMkLst>
          <pc:docMk/>
          <pc:sldMk cId="3756829860" sldId="322"/>
        </pc:sldMkLst>
      </pc:sldChg>
      <pc:sldChg chg="addSp delSp modSp new mod">
        <pc:chgData name="Yashvanth L" userId="7b83704d-541d-4c23-8627-80d170238a30" providerId="ADAL" clId="{35A471A9-DDC9-2842-AC48-F6C02C284379}" dt="2024-11-18T14:32:54.383" v="7421"/>
        <pc:sldMkLst>
          <pc:docMk/>
          <pc:sldMk cId="2399284460" sldId="323"/>
        </pc:sldMkLst>
      </pc:sldChg>
      <pc:sldChg chg="modSp add del mod ord">
        <pc:chgData name="Yashvanth L" userId="7b83704d-541d-4c23-8627-80d170238a30" providerId="ADAL" clId="{35A471A9-DDC9-2842-AC48-F6C02C284379}" dt="2024-11-18T06:36:05.567" v="4080" actId="2696"/>
        <pc:sldMkLst>
          <pc:docMk/>
          <pc:sldMk cId="1985388562" sldId="324"/>
        </pc:sldMkLst>
      </pc:sldChg>
      <pc:sldChg chg="modSp add del mod ord">
        <pc:chgData name="Yashvanth L" userId="7b83704d-541d-4c23-8627-80d170238a30" providerId="ADAL" clId="{35A471A9-DDC9-2842-AC48-F6C02C284379}" dt="2024-11-18T06:36:08.469" v="4081" actId="2696"/>
        <pc:sldMkLst>
          <pc:docMk/>
          <pc:sldMk cId="1867156162" sldId="325"/>
        </pc:sldMkLst>
      </pc:sldChg>
      <pc:sldChg chg="modSp add del mod ord">
        <pc:chgData name="Yashvanth L" userId="7b83704d-541d-4c23-8627-80d170238a30" providerId="ADAL" clId="{35A471A9-DDC9-2842-AC48-F6C02C284379}" dt="2024-11-18T10:58:32.643" v="6663" actId="2696"/>
        <pc:sldMkLst>
          <pc:docMk/>
          <pc:sldMk cId="2331090109" sldId="326"/>
        </pc:sldMkLst>
      </pc:sldChg>
      <pc:sldChg chg="delSp modSp add del mod ord">
        <pc:chgData name="Yashvanth L" userId="7b83704d-541d-4c23-8627-80d170238a30" providerId="ADAL" clId="{35A471A9-DDC9-2842-AC48-F6C02C284379}" dt="2024-11-18T10:58:32.643" v="6663" actId="2696"/>
        <pc:sldMkLst>
          <pc:docMk/>
          <pc:sldMk cId="1452041890" sldId="327"/>
        </pc:sldMkLst>
      </pc:sldChg>
      <pc:sldChg chg="add del ord">
        <pc:chgData name="Yashvanth L" userId="7b83704d-541d-4c23-8627-80d170238a30" providerId="ADAL" clId="{35A471A9-DDC9-2842-AC48-F6C02C284379}" dt="2024-11-18T10:58:32.643" v="6663" actId="2696"/>
        <pc:sldMkLst>
          <pc:docMk/>
          <pc:sldMk cId="1513388571" sldId="328"/>
        </pc:sldMkLst>
      </pc:sldChg>
      <pc:sldChg chg="new del">
        <pc:chgData name="Yashvanth L" userId="7b83704d-541d-4c23-8627-80d170238a30" providerId="ADAL" clId="{35A471A9-DDC9-2842-AC48-F6C02C284379}" dt="2024-11-18T07:00:45.400" v="4294" actId="2696"/>
        <pc:sldMkLst>
          <pc:docMk/>
          <pc:sldMk cId="833419536" sldId="329"/>
        </pc:sldMkLst>
      </pc:sldChg>
      <pc:sldChg chg="addSp modSp add mod ord">
        <pc:chgData name="Yashvanth L" userId="7b83704d-541d-4c23-8627-80d170238a30" providerId="ADAL" clId="{35A471A9-DDC9-2842-AC48-F6C02C284379}" dt="2024-11-18T14:32:54.383" v="7421"/>
        <pc:sldMkLst>
          <pc:docMk/>
          <pc:sldMk cId="3558398429" sldId="330"/>
        </pc:sldMkLst>
      </pc:sldChg>
      <pc:sldChg chg="new del">
        <pc:chgData name="Yashvanth L" userId="7b83704d-541d-4c23-8627-80d170238a30" providerId="ADAL" clId="{35A471A9-DDC9-2842-AC48-F6C02C284379}" dt="2024-11-18T07:15:27.788" v="4760" actId="2696"/>
        <pc:sldMkLst>
          <pc:docMk/>
          <pc:sldMk cId="2278183832" sldId="331"/>
        </pc:sldMkLst>
      </pc:sldChg>
      <pc:sldChg chg="addSp modSp add mod">
        <pc:chgData name="Yashvanth L" userId="7b83704d-541d-4c23-8627-80d170238a30" providerId="ADAL" clId="{35A471A9-DDC9-2842-AC48-F6C02C284379}" dt="2024-11-18T14:32:54.383" v="7421"/>
        <pc:sldMkLst>
          <pc:docMk/>
          <pc:sldMk cId="23007490" sldId="332"/>
        </pc:sldMkLst>
      </pc:sldChg>
      <pc:sldChg chg="addSp delSp modSp add mod">
        <pc:chgData name="Yashvanth L" userId="7b83704d-541d-4c23-8627-80d170238a30" providerId="ADAL" clId="{35A471A9-DDC9-2842-AC48-F6C02C284379}" dt="2024-11-19T05:55:37.573" v="8494" actId="1076"/>
        <pc:sldMkLst>
          <pc:docMk/>
          <pc:sldMk cId="3938815702" sldId="333"/>
        </pc:sldMkLst>
      </pc:sldChg>
      <pc:sldChg chg="addSp delSp modSp add mod">
        <pc:chgData name="Yashvanth L" userId="7b83704d-541d-4c23-8627-80d170238a30" providerId="ADAL" clId="{35A471A9-DDC9-2842-AC48-F6C02C284379}" dt="2024-11-19T05:10:16.054" v="8493" actId="20577"/>
        <pc:sldMkLst>
          <pc:docMk/>
          <pc:sldMk cId="2611402622" sldId="334"/>
        </pc:sldMkLst>
      </pc:sldChg>
      <pc:sldChg chg="addSp delSp modSp new del mod">
        <pc:chgData name="Yashvanth L" userId="7b83704d-541d-4c23-8627-80d170238a30" providerId="ADAL" clId="{35A471A9-DDC9-2842-AC48-F6C02C284379}" dt="2024-11-18T14:34:22.914" v="7435" actId="2696"/>
        <pc:sldMkLst>
          <pc:docMk/>
          <pc:sldMk cId="3795964815" sldId="335"/>
        </pc:sldMkLst>
      </pc:sldChg>
      <pc:sldMasterChg chg="addSp">
        <pc:chgData name="Yashvanth L" userId="7b83704d-541d-4c23-8627-80d170238a30" providerId="ADAL" clId="{35A471A9-DDC9-2842-AC48-F6C02C284379}" dt="2024-11-18T14:32:36.367" v="7406"/>
        <pc:sldMasterMkLst>
          <pc:docMk/>
          <pc:sldMasterMk cId="1245064867" sldId="2147483860"/>
        </pc:sldMasterMkLst>
      </pc:sldMasterChg>
      <pc:sldMasterChg chg="addSp">
        <pc:chgData name="Yashvanth L" userId="7b83704d-541d-4c23-8627-80d170238a30" providerId="ADAL" clId="{35A471A9-DDC9-2842-AC48-F6C02C284379}" dt="2024-11-18T14:32:48.294" v="7416"/>
        <pc:sldMasterMkLst>
          <pc:docMk/>
          <pc:sldMasterMk cId="1425634152" sldId="2147483860"/>
        </pc:sldMasterMkLst>
      </pc:sldMasterChg>
      <pc:sldMasterChg chg="addSp">
        <pc:chgData name="Yashvanth L" userId="7b83704d-541d-4c23-8627-80d170238a30" providerId="ADAL" clId="{35A471A9-DDC9-2842-AC48-F6C02C284379}" dt="2024-11-18T14:32:49.226" v="7417"/>
        <pc:sldMasterMkLst>
          <pc:docMk/>
          <pc:sldMasterMk cId="1345719334" sldId="2147483872"/>
        </pc:sldMasterMkLst>
      </pc:sldMasterChg>
      <pc:sldMasterChg chg="addSp">
        <pc:chgData name="Yashvanth L" userId="7b83704d-541d-4c23-8627-80d170238a30" providerId="ADAL" clId="{35A471A9-DDC9-2842-AC48-F6C02C284379}" dt="2024-11-18T14:32:50.731" v="7418"/>
        <pc:sldMasterMkLst>
          <pc:docMk/>
          <pc:sldMasterMk cId="4058968322" sldId="2147483884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0CD38-EE88-4D43-BFD9-A631BE6A960A}" type="datetimeFigureOut">
              <a:rPr lang="en-IN" smtClean="0"/>
              <a:t>02/09/25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B13A9-F327-4904-BEAE-FB8EA498F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96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673FBF-A42E-478C-AFBE-F62D55167C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84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AF1C4-E864-9041-B68E-09ED0AE902E9}" type="datetime1">
              <a:rPr lang="en-IN" smtClean="0"/>
              <a:t>02/09/25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PMRF Review - June 2022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77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06D-3353-CD41-A837-97B58F4BC95F}" type="datetime1">
              <a:rPr lang="en-IN" smtClean="0"/>
              <a:t>02/09/25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PMRF Review - June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7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3B8E3-0A25-5C45-926C-217028AC4610}" type="datetime1">
              <a:rPr lang="en-IN" smtClean="0"/>
              <a:t>02/09/25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PMRF Review - June 2022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C8144C15-DE69-4A20-9132-7A68A0053B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17" y="1"/>
            <a:ext cx="12189883" cy="619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tIns="182880" bIns="182880">
            <a:spAutoFit/>
          </a:bodyPr>
          <a:lstStyle/>
          <a:p>
            <a:pPr algn="l" ea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1600" b="0" i="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91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3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986C-D0C0-4903-37B4-A26D3AB30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adiator&#10;&#10;AI-generated content may be incorrect.">
            <a:extLst>
              <a:ext uri="{FF2B5EF4-FFF2-40B4-BE49-F238E27FC236}">
                <a16:creationId xmlns:a16="http://schemas.microsoft.com/office/drawing/2014/main" id="{610365CA-D095-612C-3A2D-877AA3C97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43" y="607338"/>
            <a:ext cx="5233660" cy="2325609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B976E59E-FDD2-C534-92C2-038A08826579}"/>
              </a:ext>
            </a:extLst>
          </p:cNvPr>
          <p:cNvSpPr txBox="1"/>
          <p:nvPr/>
        </p:nvSpPr>
        <p:spPr>
          <a:xfrm>
            <a:off x="1925519" y="2582518"/>
            <a:ext cx="1983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spc="75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RIS structure</a:t>
            </a:r>
            <a:endParaRPr lang="en-I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E1CF05-45BA-B7C8-B8A8-62555AC41416}"/>
              </a:ext>
            </a:extLst>
          </p:cNvPr>
          <p:cNvSpPr txBox="1"/>
          <p:nvPr/>
        </p:nvSpPr>
        <p:spPr>
          <a:xfrm>
            <a:off x="7498549" y="5774973"/>
            <a:ext cx="3852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spc="7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Far-field scattering pattern at 5 GHz </a:t>
            </a:r>
            <a:endParaRPr lang="en-I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16166C-1AA3-1658-51C8-F123FD1A7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4839" y="3369624"/>
            <a:ext cx="3965711" cy="2329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B36C07-51E5-2420-5C7A-9ACB2E198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895" y="708848"/>
            <a:ext cx="4554562" cy="20998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874BCE-48C3-3223-B5AF-7149E90D75EB}"/>
                  </a:ext>
                </a:extLst>
              </p:cNvPr>
              <p:cNvSpPr txBox="1"/>
              <p:nvPr/>
            </p:nvSpPr>
            <p:spPr>
              <a:xfrm>
                <a:off x="7016929" y="2806095"/>
                <a:ext cx="492208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spc="75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Phase distribution on the 1-bit coded RIS programming for anomalous reflection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pc="75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spc="75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𝟑𝟎</m:t>
                        </m:r>
                      </m:e>
                      <m:sup>
                        <m:r>
                          <a:rPr lang="en-US" sz="1600" b="1" i="1" spc="75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𝒐</m:t>
                        </m:r>
                      </m:sup>
                    </m:sSup>
                  </m:oMath>
                </a14:m>
                <a:endParaRPr lang="en-IN" sz="16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874BCE-48C3-3223-B5AF-7149E90D7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929" y="2806095"/>
                <a:ext cx="4922086" cy="584775"/>
              </a:xfrm>
              <a:prstGeom prst="rect">
                <a:avLst/>
              </a:prstGeom>
              <a:blipFill>
                <a:blip r:embed="rId6"/>
                <a:stretch>
                  <a:fillRect l="-515" t="-2128" r="-773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EAA414-001D-CE5A-24A8-25D94040ADCF}"/>
                  </a:ext>
                </a:extLst>
              </p:cNvPr>
              <p:cNvSpPr txBox="1"/>
              <p:nvPr/>
            </p:nvSpPr>
            <p:spPr>
              <a:xfrm>
                <a:off x="112914" y="2795622"/>
                <a:ext cx="6631052" cy="3370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RIS design using a 1-bit digitally coded </a:t>
                </a:r>
                <a:r>
                  <a:rPr lang="en-US" sz="1600" spc="75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metasurface</a:t>
                </a: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at </a:t>
                </a: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5 GHz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Has </a:t>
                </a: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1024 elements</a:t>
                </a: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; each element is </a:t>
                </a: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configured via PIN-diode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Single-layer design with a single switch per unit cell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Biasing lines are also a part of the unit cell element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An </a:t>
                </a: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FPGA controller </a:t>
                </a: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used for programming &amp; dynamic steering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Multi-beam steering for </a:t>
                </a: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coverage, capacity enhancement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Scan loss-free steering range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  <m:r>
                      <a:rPr lang="en-US" sz="1600" b="0" i="1" spc="75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e>
                      <m:sup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en-US" sz="1600" spc="75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Low cost and low power </a:t>
                </a: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consumption (&lt;2 W) design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Suitable for </a:t>
                </a:r>
                <a:r>
                  <a:rPr lang="en-US" sz="1600" spc="75" dirty="0">
                    <a:solidFill>
                      <a:srgbClr val="0432FF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sub-6 GHz wireless communications </a:t>
                </a: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&amp; other freq.</a:t>
                </a:r>
                <a:endParaRPr lang="en-US" sz="1600" spc="75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EAA414-001D-CE5A-24A8-25D94040A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4" y="2795622"/>
                <a:ext cx="6631052" cy="3370666"/>
              </a:xfrm>
              <a:prstGeom prst="rect">
                <a:avLst/>
              </a:prstGeom>
              <a:blipFill>
                <a:blip r:embed="rId7"/>
                <a:stretch>
                  <a:fillRect l="-575"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AE71A6-8895-6DC1-E9A4-3E998CEF465F}"/>
                  </a:ext>
                </a:extLst>
              </p:cNvPr>
              <p:cNvSpPr txBox="1"/>
              <p:nvPr/>
            </p:nvSpPr>
            <p:spPr>
              <a:xfrm>
                <a:off x="7303911" y="22563"/>
                <a:ext cx="466157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OFF state       phase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sz="1600" spc="75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Element 0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n-US" sz="1600" spc="75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ON state         phase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6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sz="1600" spc="75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Element 1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AE71A6-8895-6DC1-E9A4-3E998CEF4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911" y="22563"/>
                <a:ext cx="4661572" cy="584775"/>
              </a:xfrm>
              <a:prstGeom prst="rect">
                <a:avLst/>
              </a:prstGeom>
              <a:blipFill>
                <a:blip r:embed="rId8"/>
                <a:stretch>
                  <a:fillRect l="-543" t="-2128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D5025-09C4-F7CE-41A6-300FFA15EE1C}"/>
              </a:ext>
            </a:extLst>
          </p:cNvPr>
          <p:cNvCxnSpPr>
            <a:cxnSpLocks/>
          </p:cNvCxnSpPr>
          <p:nvPr/>
        </p:nvCxnSpPr>
        <p:spPr>
          <a:xfrm>
            <a:off x="8721323" y="225627"/>
            <a:ext cx="334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97E68D-A20F-1030-4853-3EC6605F70EB}"/>
              </a:ext>
            </a:extLst>
          </p:cNvPr>
          <p:cNvCxnSpPr>
            <a:cxnSpLocks/>
          </p:cNvCxnSpPr>
          <p:nvPr/>
        </p:nvCxnSpPr>
        <p:spPr>
          <a:xfrm>
            <a:off x="10303837" y="220335"/>
            <a:ext cx="334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B20BEB-E6BF-5A5E-032D-91679E910828}"/>
              </a:ext>
            </a:extLst>
          </p:cNvPr>
          <p:cNvCxnSpPr>
            <a:cxnSpLocks/>
          </p:cNvCxnSpPr>
          <p:nvPr/>
        </p:nvCxnSpPr>
        <p:spPr>
          <a:xfrm>
            <a:off x="10084933" y="448260"/>
            <a:ext cx="334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5ADFFC-B871-6B6B-3EA3-E6DDF978A157}"/>
              </a:ext>
            </a:extLst>
          </p:cNvPr>
          <p:cNvCxnSpPr>
            <a:cxnSpLocks/>
          </p:cNvCxnSpPr>
          <p:nvPr/>
        </p:nvCxnSpPr>
        <p:spPr>
          <a:xfrm>
            <a:off x="8689376" y="465919"/>
            <a:ext cx="334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8A84B6-7679-35E9-945B-1DE8E042A526}"/>
              </a:ext>
            </a:extLst>
          </p:cNvPr>
          <p:cNvSpPr txBox="1"/>
          <p:nvPr/>
        </p:nvSpPr>
        <p:spPr>
          <a:xfrm>
            <a:off x="943848" y="22563"/>
            <a:ext cx="4439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Design of our RIS/IRS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5D988-5DD4-B665-0130-A0619CDC3DDB}"/>
              </a:ext>
            </a:extLst>
          </p:cNvPr>
          <p:cNvSpPr txBox="1"/>
          <p:nvPr/>
        </p:nvSpPr>
        <p:spPr>
          <a:xfrm>
            <a:off x="-19050" y="6069693"/>
            <a:ext cx="12230100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3" indent="-11113">
              <a:lnSpc>
                <a:spcPct val="150000"/>
              </a:lnSpc>
            </a:pPr>
            <a:r>
              <a:rPr lang="en-IN" sz="1600" u="sng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R.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Malleboina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and D. Sarkar, "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 Digitally Coded Intelligent Reflecting Surface for 6G Wireless Communication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," Proc. 19th </a:t>
            </a:r>
            <a:r>
              <a:rPr lang="en-IN" sz="1600" b="1" dirty="0">
                <a:solidFill>
                  <a:srgbClr val="FF2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European Conference on Antennas and Propagation (</a:t>
            </a:r>
            <a:r>
              <a:rPr lang="en-IN" sz="1600" b="1" dirty="0" err="1">
                <a:solidFill>
                  <a:srgbClr val="FF2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EuCAP</a:t>
            </a:r>
            <a:r>
              <a:rPr lang="en-IN" sz="1600" b="1" dirty="0">
                <a:solidFill>
                  <a:srgbClr val="FF2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Stockholm, Sweden, 2025, pp. 1-5.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B17D41-3D1B-19B3-D6EF-97A02257A0DB}"/>
              </a:ext>
            </a:extLst>
          </p:cNvPr>
          <p:cNvCxnSpPr>
            <a:cxnSpLocks/>
          </p:cNvCxnSpPr>
          <p:nvPr/>
        </p:nvCxnSpPr>
        <p:spPr>
          <a:xfrm>
            <a:off x="0" y="6129551"/>
            <a:ext cx="4283987" cy="196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41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45B088-414A-205B-2144-8E4A36FAE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9"/>
          <a:stretch>
            <a:fillRect/>
          </a:stretch>
        </p:blipFill>
        <p:spPr>
          <a:xfrm>
            <a:off x="1876302" y="892175"/>
            <a:ext cx="7362702" cy="5829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468527-8357-FBC8-253E-E59EA00D55A4}"/>
              </a:ext>
            </a:extLst>
          </p:cNvPr>
          <p:cNvSpPr txBox="1"/>
          <p:nvPr/>
        </p:nvSpPr>
        <p:spPr>
          <a:xfrm>
            <a:off x="45720" y="32036"/>
            <a:ext cx="12100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Setup of our RIS-aided 5G NR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E1C9C1-9709-B899-6709-DD1D3F789F58}"/>
              </a:ext>
            </a:extLst>
          </p:cNvPr>
          <p:cNvCxnSpPr>
            <a:cxnSpLocks/>
          </p:cNvCxnSpPr>
          <p:nvPr/>
        </p:nvCxnSpPr>
        <p:spPr>
          <a:xfrm>
            <a:off x="1467556" y="4644395"/>
            <a:ext cx="824088" cy="683961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D37622-7B18-6B0D-48DE-D27DC8B998EF}"/>
              </a:ext>
            </a:extLst>
          </p:cNvPr>
          <p:cNvSpPr txBox="1"/>
          <p:nvPr/>
        </p:nvSpPr>
        <p:spPr>
          <a:xfrm>
            <a:off x="203482" y="3821865"/>
            <a:ext cx="151271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5G NR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gNB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630016-9257-8702-B865-AD93BC92302D}"/>
              </a:ext>
            </a:extLst>
          </p:cNvPr>
          <p:cNvCxnSpPr>
            <a:cxnSpLocks/>
          </p:cNvCxnSpPr>
          <p:nvPr/>
        </p:nvCxnSpPr>
        <p:spPr>
          <a:xfrm>
            <a:off x="1716193" y="1388533"/>
            <a:ext cx="2206695" cy="825073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DB77DA-ED69-FF81-62A6-14D14F3F14C6}"/>
              </a:ext>
            </a:extLst>
          </p:cNvPr>
          <p:cNvSpPr txBox="1"/>
          <p:nvPr/>
        </p:nvSpPr>
        <p:spPr>
          <a:xfrm>
            <a:off x="203482" y="773099"/>
            <a:ext cx="151271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Designed RIS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9EEECD-A8D5-0B56-CD0F-BD6BA1757C12}"/>
              </a:ext>
            </a:extLst>
          </p:cNvPr>
          <p:cNvCxnSpPr>
            <a:cxnSpLocks/>
          </p:cNvCxnSpPr>
          <p:nvPr/>
        </p:nvCxnSpPr>
        <p:spPr>
          <a:xfrm>
            <a:off x="1563512" y="3236071"/>
            <a:ext cx="1687688" cy="421039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644ABA1-C7E8-D98C-9A4E-DBE34AF7DA2C}"/>
              </a:ext>
            </a:extLst>
          </p:cNvPr>
          <p:cNvSpPr txBox="1"/>
          <p:nvPr/>
        </p:nvSpPr>
        <p:spPr>
          <a:xfrm>
            <a:off x="79306" y="2426626"/>
            <a:ext cx="151271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5G NR RAN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B19132-9E21-52D8-321F-B8EBA294FA7E}"/>
              </a:ext>
            </a:extLst>
          </p:cNvPr>
          <p:cNvCxnSpPr>
            <a:cxnSpLocks/>
          </p:cNvCxnSpPr>
          <p:nvPr/>
        </p:nvCxnSpPr>
        <p:spPr>
          <a:xfrm flipH="1">
            <a:off x="6187044" y="1968159"/>
            <a:ext cx="3795156" cy="1434455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5DB51E-FC92-2108-D78E-478824FC5919}"/>
              </a:ext>
            </a:extLst>
          </p:cNvPr>
          <p:cNvSpPr txBox="1"/>
          <p:nvPr/>
        </p:nvSpPr>
        <p:spPr>
          <a:xfrm>
            <a:off x="9923216" y="1093812"/>
            <a:ext cx="206530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5G NR UE-1 (Rx antenna)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10275C-877F-1620-9739-CE3D546CA471}"/>
              </a:ext>
            </a:extLst>
          </p:cNvPr>
          <p:cNvCxnSpPr>
            <a:cxnSpLocks/>
          </p:cNvCxnSpPr>
          <p:nvPr/>
        </p:nvCxnSpPr>
        <p:spPr>
          <a:xfrm flipH="1">
            <a:off x="8277101" y="3000793"/>
            <a:ext cx="1646115" cy="486647"/>
          </a:xfrm>
          <a:prstGeom prst="straightConnector1">
            <a:avLst/>
          </a:prstGeom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71D9EE2-62CD-706B-43D3-F8F7F229760C}"/>
              </a:ext>
            </a:extLst>
          </p:cNvPr>
          <p:cNvSpPr txBox="1"/>
          <p:nvPr/>
        </p:nvSpPr>
        <p:spPr>
          <a:xfrm>
            <a:off x="10012768" y="2395917"/>
            <a:ext cx="206530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5G NR UE-2 (Rx antenna)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A55483-A624-628F-6DDB-A73CD66DDD0E}"/>
              </a:ext>
            </a:extLst>
          </p:cNvPr>
          <p:cNvSpPr txBox="1"/>
          <p:nvPr/>
        </p:nvSpPr>
        <p:spPr>
          <a:xfrm>
            <a:off x="9350860" y="4131682"/>
            <a:ext cx="2747167" cy="2585323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IISc Team members: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Venkat Reddy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Raju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Malleboina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Guna Sai Kiran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Yashvanth 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Prof. Chandra Murthy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Debdeep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Sarkar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Prof. Anurag Kumar</a:t>
            </a:r>
          </a:p>
        </p:txBody>
      </p:sp>
    </p:spTree>
    <p:extLst>
      <p:ext uri="{BB962C8B-B14F-4D97-AF65-F5344CB8AC3E}">
        <p14:creationId xmlns:p14="http://schemas.microsoft.com/office/powerpoint/2010/main" val="282742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4981CE-A33E-DF5B-4A20-9B1FB4250DF1}"/>
              </a:ext>
            </a:extLst>
          </p:cNvPr>
          <p:cNvSpPr txBox="1"/>
          <p:nvPr/>
        </p:nvSpPr>
        <p:spPr>
          <a:xfrm>
            <a:off x="45720" y="32036"/>
            <a:ext cx="12100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>
                <a:latin typeface="Arial" panose="020B0604020202020204" pitchFamily="34" charset="0"/>
                <a:cs typeface="Arial" panose="020B0604020202020204" pitchFamily="34" charset="0"/>
              </a:rPr>
              <a:t>RIS-benefits without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3200">
                <a:latin typeface="Arial" panose="020B0604020202020204" pitchFamily="34" charset="0"/>
                <a:cs typeface="Arial" panose="020B0604020202020204" pitchFamily="34" charset="0"/>
              </a:rPr>
              <a:t>ain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: Opportunistic Scheduling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6D6FA0-D907-71E2-022D-17F4D8D963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69"/>
          <a:stretch/>
        </p:blipFill>
        <p:spPr>
          <a:xfrm>
            <a:off x="129293" y="911210"/>
            <a:ext cx="4573730" cy="49717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91CEED-621B-6DD8-7469-CD5AF945578C}"/>
              </a:ext>
            </a:extLst>
          </p:cNvPr>
          <p:cNvSpPr txBox="1"/>
          <p:nvPr/>
        </p:nvSpPr>
        <p:spPr>
          <a:xfrm>
            <a:off x="0" y="6052717"/>
            <a:ext cx="12192000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3" indent="-11113">
              <a:lnSpc>
                <a:spcPct val="150000"/>
              </a:lnSpc>
            </a:pPr>
            <a:r>
              <a:rPr lang="en-IN" sz="1600" u="sng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L. Yashvanth and Chandra R. Murthy,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“Performance Analysis of IRS Assisted Opportunistic Communications,”</a:t>
            </a:r>
            <a:r>
              <a:rPr lang="en-IN" sz="1600" b="1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solidFill>
                  <a:srgbClr val="FF2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IEEE Transactions on Signal Processing</a:t>
            </a:r>
            <a:r>
              <a:rPr lang="en-IN" sz="1600" dirty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vol. 71, pp. 2056-2070,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Jun. 2023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A2DF59-DB07-DA92-F634-24D0789641A7}"/>
              </a:ext>
            </a:extLst>
          </p:cNvPr>
          <p:cNvCxnSpPr>
            <a:cxnSpLocks/>
          </p:cNvCxnSpPr>
          <p:nvPr/>
        </p:nvCxnSpPr>
        <p:spPr>
          <a:xfrm>
            <a:off x="45720" y="6052066"/>
            <a:ext cx="4283987" cy="196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01297B7-092C-B0B0-957F-197B6A46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214"/>
          <a:stretch>
            <a:fillRect/>
          </a:stretch>
        </p:blipFill>
        <p:spPr>
          <a:xfrm>
            <a:off x="4811722" y="2696548"/>
            <a:ext cx="4434214" cy="2315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D0DFF8-6736-918E-DCD7-C0539C5F7F5D}"/>
              </a:ext>
            </a:extLst>
          </p:cNvPr>
          <p:cNvSpPr txBox="1"/>
          <p:nvPr/>
        </p:nvSpPr>
        <p:spPr>
          <a:xfrm>
            <a:off x="4726379" y="677280"/>
            <a:ext cx="7515596" cy="1849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Overheads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CSI estimation, phase optimization &amp; control </a:t>
            </a:r>
          </a:p>
          <a:p>
            <a:pPr marL="342900" lvl="1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How to obtain </a:t>
            </a:r>
            <a:r>
              <a:rPr lang="en-IN" sz="2000" dirty="0">
                <a:solidFill>
                  <a:srgbClr val="008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benefits w/o overheads? </a:t>
            </a:r>
          </a:p>
          <a:p>
            <a:pPr marL="342900" lvl="1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2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IRS phase +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proportional-fair (PF) scheduling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80C926F9-C5DD-2087-6B49-43338F6A4022}"/>
              </a:ext>
            </a:extLst>
          </p:cNvPr>
          <p:cNvSpPr/>
          <p:nvPr/>
        </p:nvSpPr>
        <p:spPr>
          <a:xfrm>
            <a:off x="9463335" y="4008630"/>
            <a:ext cx="2568556" cy="654464"/>
          </a:xfrm>
          <a:prstGeom prst="wedgeEllipseCallout">
            <a:avLst>
              <a:gd name="adj1" fmla="val -1210"/>
              <a:gd name="adj2" fmla="val -125888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-1594446 w 2819633"/>
                      <a:gd name="connsiteY0" fmla="*/ -57664 h 664175"/>
                      <a:gd name="connsiteX1" fmla="*/ -1094773 w 2819633"/>
                      <a:gd name="connsiteY1" fmla="*/ -11648 h 664175"/>
                      <a:gd name="connsiteX2" fmla="*/ -614319 w 2819633"/>
                      <a:gd name="connsiteY2" fmla="*/ 32597 h 664175"/>
                      <a:gd name="connsiteX3" fmla="*/ -133864 w 2819633"/>
                      <a:gd name="connsiteY3" fmla="*/ 76843 h 664175"/>
                      <a:gd name="connsiteX4" fmla="*/ 327372 w 2819633"/>
                      <a:gd name="connsiteY4" fmla="*/ 119319 h 664175"/>
                      <a:gd name="connsiteX5" fmla="*/ 1464898 w 2819633"/>
                      <a:gd name="connsiteY5" fmla="*/ 253 h 664175"/>
                      <a:gd name="connsiteX6" fmla="*/ 2631400 w 2819633"/>
                      <a:gd name="connsiteY6" fmla="*/ 497868 h 664175"/>
                      <a:gd name="connsiteX7" fmla="*/ 1374735 w 2819633"/>
                      <a:gd name="connsiteY7" fmla="*/ 664073 h 664175"/>
                      <a:gd name="connsiteX8" fmla="*/ 67821 w 2819633"/>
                      <a:gd name="connsiteY8" fmla="*/ 230327 h 664175"/>
                      <a:gd name="connsiteX9" fmla="*/ -519513 w 2819633"/>
                      <a:gd name="connsiteY9" fmla="*/ 128570 h 664175"/>
                      <a:gd name="connsiteX10" fmla="*/ -1090225 w 2819633"/>
                      <a:gd name="connsiteY10" fmla="*/ 29693 h 664175"/>
                      <a:gd name="connsiteX11" fmla="*/ -1594446 w 2819633"/>
                      <a:gd name="connsiteY11" fmla="*/ -57664 h 6641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819633" h="664175" fill="none" extrusionOk="0">
                        <a:moveTo>
                          <a:pt x="-1594446" y="-57664"/>
                        </a:moveTo>
                        <a:cubicBezTo>
                          <a:pt x="-1436873" y="-64175"/>
                          <a:pt x="-1196737" y="-3790"/>
                          <a:pt x="-1094773" y="-11648"/>
                        </a:cubicBezTo>
                        <a:cubicBezTo>
                          <a:pt x="-992809" y="-19507"/>
                          <a:pt x="-786174" y="53556"/>
                          <a:pt x="-614319" y="32597"/>
                        </a:cubicBezTo>
                        <a:cubicBezTo>
                          <a:pt x="-442463" y="11638"/>
                          <a:pt x="-346423" y="94648"/>
                          <a:pt x="-133864" y="76843"/>
                        </a:cubicBezTo>
                        <a:cubicBezTo>
                          <a:pt x="78695" y="59038"/>
                          <a:pt x="176362" y="120046"/>
                          <a:pt x="327372" y="119319"/>
                        </a:cubicBezTo>
                        <a:cubicBezTo>
                          <a:pt x="585159" y="124723"/>
                          <a:pt x="1013430" y="-47128"/>
                          <a:pt x="1464898" y="253"/>
                        </a:cubicBezTo>
                        <a:cubicBezTo>
                          <a:pt x="2585809" y="-2455"/>
                          <a:pt x="3264410" y="298287"/>
                          <a:pt x="2631400" y="497868"/>
                        </a:cubicBezTo>
                        <a:cubicBezTo>
                          <a:pt x="2281794" y="607102"/>
                          <a:pt x="1951466" y="558593"/>
                          <a:pt x="1374735" y="664073"/>
                        </a:cubicBezTo>
                        <a:cubicBezTo>
                          <a:pt x="395280" y="678222"/>
                          <a:pt x="-199199" y="436887"/>
                          <a:pt x="67821" y="230327"/>
                        </a:cubicBezTo>
                        <a:cubicBezTo>
                          <a:pt x="-62421" y="219711"/>
                          <a:pt x="-353444" y="110130"/>
                          <a:pt x="-519513" y="128570"/>
                        </a:cubicBezTo>
                        <a:cubicBezTo>
                          <a:pt x="-685582" y="147010"/>
                          <a:pt x="-904394" y="9049"/>
                          <a:pt x="-1090225" y="29693"/>
                        </a:cubicBezTo>
                        <a:cubicBezTo>
                          <a:pt x="-1276056" y="50337"/>
                          <a:pt x="-1446776" y="-92843"/>
                          <a:pt x="-1594446" y="-57664"/>
                        </a:cubicBezTo>
                        <a:close/>
                      </a:path>
                      <a:path w="2819633" h="664175" stroke="0" extrusionOk="0">
                        <a:moveTo>
                          <a:pt x="-1594446" y="-57664"/>
                        </a:moveTo>
                        <a:cubicBezTo>
                          <a:pt x="-1450110" y="-59509"/>
                          <a:pt x="-1317098" y="-8096"/>
                          <a:pt x="-1133210" y="-15188"/>
                        </a:cubicBezTo>
                        <a:cubicBezTo>
                          <a:pt x="-949322" y="-22281"/>
                          <a:pt x="-809730" y="56575"/>
                          <a:pt x="-710410" y="23748"/>
                        </a:cubicBezTo>
                        <a:cubicBezTo>
                          <a:pt x="-611089" y="-9079"/>
                          <a:pt x="-339343" y="117757"/>
                          <a:pt x="-191519" y="71534"/>
                        </a:cubicBezTo>
                        <a:cubicBezTo>
                          <a:pt x="-43695" y="25310"/>
                          <a:pt x="194160" y="166950"/>
                          <a:pt x="327372" y="119319"/>
                        </a:cubicBezTo>
                        <a:cubicBezTo>
                          <a:pt x="647032" y="59051"/>
                          <a:pt x="1042075" y="-2084"/>
                          <a:pt x="1464898" y="253"/>
                        </a:cubicBezTo>
                        <a:cubicBezTo>
                          <a:pt x="2575679" y="-95420"/>
                          <a:pt x="3013355" y="258875"/>
                          <a:pt x="2631400" y="497868"/>
                        </a:cubicBezTo>
                        <a:cubicBezTo>
                          <a:pt x="2302673" y="669974"/>
                          <a:pt x="1881339" y="572364"/>
                          <a:pt x="1374735" y="664073"/>
                        </a:cubicBezTo>
                        <a:cubicBezTo>
                          <a:pt x="389745" y="719401"/>
                          <a:pt x="-158375" y="476312"/>
                          <a:pt x="67821" y="230327"/>
                        </a:cubicBezTo>
                        <a:cubicBezTo>
                          <a:pt x="-124209" y="221040"/>
                          <a:pt x="-296090" y="131264"/>
                          <a:pt x="-436400" y="142970"/>
                        </a:cubicBezTo>
                        <a:cubicBezTo>
                          <a:pt x="-576710" y="154676"/>
                          <a:pt x="-829783" y="41229"/>
                          <a:pt x="-973866" y="49853"/>
                        </a:cubicBezTo>
                        <a:cubicBezTo>
                          <a:pt x="-1117949" y="58477"/>
                          <a:pt x="-1458202" y="-65771"/>
                          <a:pt x="-1594446" y="-576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2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UE selection rule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PF scheduling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13435-4C70-87D1-E140-4A2D0F17EECD}"/>
              </a:ext>
            </a:extLst>
          </p:cNvPr>
          <p:cNvSpPr txBox="1"/>
          <p:nvPr/>
        </p:nvSpPr>
        <p:spPr>
          <a:xfrm>
            <a:off x="4835713" y="5332147"/>
            <a:ext cx="7226994" cy="400110"/>
          </a:xfrm>
          <a:custGeom>
            <a:avLst/>
            <a:gdLst>
              <a:gd name="connsiteX0" fmla="*/ 0 w 7226994"/>
              <a:gd name="connsiteY0" fmla="*/ 0 h 400110"/>
              <a:gd name="connsiteX1" fmla="*/ 497387 w 7226994"/>
              <a:gd name="connsiteY1" fmla="*/ 0 h 400110"/>
              <a:gd name="connsiteX2" fmla="*/ 705694 w 7226994"/>
              <a:gd name="connsiteY2" fmla="*/ 0 h 400110"/>
              <a:gd name="connsiteX3" fmla="*/ 1275351 w 7226994"/>
              <a:gd name="connsiteY3" fmla="*/ 0 h 400110"/>
              <a:gd name="connsiteX4" fmla="*/ 1700468 w 7226994"/>
              <a:gd name="connsiteY4" fmla="*/ 0 h 400110"/>
              <a:gd name="connsiteX5" fmla="*/ 1908776 w 7226994"/>
              <a:gd name="connsiteY5" fmla="*/ 0 h 400110"/>
              <a:gd name="connsiteX6" fmla="*/ 2333894 w 7226994"/>
              <a:gd name="connsiteY6" fmla="*/ 0 h 400110"/>
              <a:gd name="connsiteX7" fmla="*/ 2903550 w 7226994"/>
              <a:gd name="connsiteY7" fmla="*/ 0 h 400110"/>
              <a:gd name="connsiteX8" fmla="*/ 3256398 w 7226994"/>
              <a:gd name="connsiteY8" fmla="*/ 0 h 400110"/>
              <a:gd name="connsiteX9" fmla="*/ 3609245 w 7226994"/>
              <a:gd name="connsiteY9" fmla="*/ 0 h 400110"/>
              <a:gd name="connsiteX10" fmla="*/ 4034362 w 7226994"/>
              <a:gd name="connsiteY10" fmla="*/ 0 h 400110"/>
              <a:gd name="connsiteX11" fmla="*/ 4531750 w 7226994"/>
              <a:gd name="connsiteY11" fmla="*/ 0 h 400110"/>
              <a:gd name="connsiteX12" fmla="*/ 5029137 w 7226994"/>
              <a:gd name="connsiteY12" fmla="*/ 0 h 400110"/>
              <a:gd name="connsiteX13" fmla="*/ 5526525 w 7226994"/>
              <a:gd name="connsiteY13" fmla="*/ 0 h 400110"/>
              <a:gd name="connsiteX14" fmla="*/ 6096182 w 7226994"/>
              <a:gd name="connsiteY14" fmla="*/ 0 h 400110"/>
              <a:gd name="connsiteX15" fmla="*/ 6521299 w 7226994"/>
              <a:gd name="connsiteY15" fmla="*/ 0 h 400110"/>
              <a:gd name="connsiteX16" fmla="*/ 7226994 w 7226994"/>
              <a:gd name="connsiteY16" fmla="*/ 0 h 400110"/>
              <a:gd name="connsiteX17" fmla="*/ 7226994 w 7226994"/>
              <a:gd name="connsiteY17" fmla="*/ 200055 h 400110"/>
              <a:gd name="connsiteX18" fmla="*/ 7226994 w 7226994"/>
              <a:gd name="connsiteY18" fmla="*/ 400110 h 400110"/>
              <a:gd name="connsiteX19" fmla="*/ 6729606 w 7226994"/>
              <a:gd name="connsiteY19" fmla="*/ 400110 h 400110"/>
              <a:gd name="connsiteX20" fmla="*/ 6376759 w 7226994"/>
              <a:gd name="connsiteY20" fmla="*/ 400110 h 400110"/>
              <a:gd name="connsiteX21" fmla="*/ 6023911 w 7226994"/>
              <a:gd name="connsiteY21" fmla="*/ 400110 h 400110"/>
              <a:gd name="connsiteX22" fmla="*/ 5671064 w 7226994"/>
              <a:gd name="connsiteY22" fmla="*/ 400110 h 400110"/>
              <a:gd name="connsiteX23" fmla="*/ 5318217 w 7226994"/>
              <a:gd name="connsiteY23" fmla="*/ 400110 h 400110"/>
              <a:gd name="connsiteX24" fmla="*/ 4820830 w 7226994"/>
              <a:gd name="connsiteY24" fmla="*/ 400110 h 400110"/>
              <a:gd name="connsiteX25" fmla="*/ 4395712 w 7226994"/>
              <a:gd name="connsiteY25" fmla="*/ 400110 h 400110"/>
              <a:gd name="connsiteX26" fmla="*/ 4187405 w 7226994"/>
              <a:gd name="connsiteY26" fmla="*/ 400110 h 400110"/>
              <a:gd name="connsiteX27" fmla="*/ 3834558 w 7226994"/>
              <a:gd name="connsiteY27" fmla="*/ 400110 h 400110"/>
              <a:gd name="connsiteX28" fmla="*/ 3337170 w 7226994"/>
              <a:gd name="connsiteY28" fmla="*/ 400110 h 400110"/>
              <a:gd name="connsiteX29" fmla="*/ 3056593 w 7226994"/>
              <a:gd name="connsiteY29" fmla="*/ 400110 h 400110"/>
              <a:gd name="connsiteX30" fmla="*/ 2486936 w 7226994"/>
              <a:gd name="connsiteY30" fmla="*/ 400110 h 400110"/>
              <a:gd name="connsiteX31" fmla="*/ 1917278 w 7226994"/>
              <a:gd name="connsiteY31" fmla="*/ 400110 h 400110"/>
              <a:gd name="connsiteX32" fmla="*/ 1492161 w 7226994"/>
              <a:gd name="connsiteY32" fmla="*/ 400110 h 400110"/>
              <a:gd name="connsiteX33" fmla="*/ 922504 w 7226994"/>
              <a:gd name="connsiteY33" fmla="*/ 400110 h 400110"/>
              <a:gd name="connsiteX34" fmla="*/ 497387 w 7226994"/>
              <a:gd name="connsiteY34" fmla="*/ 400110 h 400110"/>
              <a:gd name="connsiteX35" fmla="*/ 0 w 7226994"/>
              <a:gd name="connsiteY35" fmla="*/ 400110 h 400110"/>
              <a:gd name="connsiteX36" fmla="*/ 0 w 7226994"/>
              <a:gd name="connsiteY36" fmla="*/ 212058 h 400110"/>
              <a:gd name="connsiteX37" fmla="*/ 0 w 7226994"/>
              <a:gd name="connsiteY37" fmla="*/ 0 h 400110"/>
              <a:gd name="connsiteX0" fmla="*/ 0 w 7226994"/>
              <a:gd name="connsiteY0" fmla="*/ 0 h 400110"/>
              <a:gd name="connsiteX1" fmla="*/ 352847 w 7226994"/>
              <a:gd name="connsiteY1" fmla="*/ 0 h 400110"/>
              <a:gd name="connsiteX2" fmla="*/ 561154 w 7226994"/>
              <a:gd name="connsiteY2" fmla="*/ 0 h 400110"/>
              <a:gd name="connsiteX3" fmla="*/ 1130811 w 7226994"/>
              <a:gd name="connsiteY3" fmla="*/ 0 h 400110"/>
              <a:gd name="connsiteX4" fmla="*/ 1483659 w 7226994"/>
              <a:gd name="connsiteY4" fmla="*/ 0 h 400110"/>
              <a:gd name="connsiteX5" fmla="*/ 1836506 w 7226994"/>
              <a:gd name="connsiteY5" fmla="*/ 0 h 400110"/>
              <a:gd name="connsiteX6" fmla="*/ 2406163 w 7226994"/>
              <a:gd name="connsiteY6" fmla="*/ 0 h 400110"/>
              <a:gd name="connsiteX7" fmla="*/ 2686741 w 7226994"/>
              <a:gd name="connsiteY7" fmla="*/ 0 h 400110"/>
              <a:gd name="connsiteX8" fmla="*/ 3256398 w 7226994"/>
              <a:gd name="connsiteY8" fmla="*/ 0 h 400110"/>
              <a:gd name="connsiteX9" fmla="*/ 3826055 w 7226994"/>
              <a:gd name="connsiteY9" fmla="*/ 0 h 400110"/>
              <a:gd name="connsiteX10" fmla="*/ 4251172 w 7226994"/>
              <a:gd name="connsiteY10" fmla="*/ 0 h 400110"/>
              <a:gd name="connsiteX11" fmla="*/ 4820830 w 7226994"/>
              <a:gd name="connsiteY11" fmla="*/ 0 h 400110"/>
              <a:gd name="connsiteX12" fmla="*/ 5173677 w 7226994"/>
              <a:gd name="connsiteY12" fmla="*/ 0 h 400110"/>
              <a:gd name="connsiteX13" fmla="*/ 5526525 w 7226994"/>
              <a:gd name="connsiteY13" fmla="*/ 0 h 400110"/>
              <a:gd name="connsiteX14" fmla="*/ 6023911 w 7226994"/>
              <a:gd name="connsiteY14" fmla="*/ 0 h 400110"/>
              <a:gd name="connsiteX15" fmla="*/ 6376759 w 7226994"/>
              <a:gd name="connsiteY15" fmla="*/ 0 h 400110"/>
              <a:gd name="connsiteX16" fmla="*/ 7226994 w 7226994"/>
              <a:gd name="connsiteY16" fmla="*/ 0 h 400110"/>
              <a:gd name="connsiteX17" fmla="*/ 7226994 w 7226994"/>
              <a:gd name="connsiteY17" fmla="*/ 208057 h 400110"/>
              <a:gd name="connsiteX18" fmla="*/ 7226994 w 7226994"/>
              <a:gd name="connsiteY18" fmla="*/ 400110 h 400110"/>
              <a:gd name="connsiteX19" fmla="*/ 6729606 w 7226994"/>
              <a:gd name="connsiteY19" fmla="*/ 400110 h 400110"/>
              <a:gd name="connsiteX20" fmla="*/ 6449029 w 7226994"/>
              <a:gd name="connsiteY20" fmla="*/ 400110 h 400110"/>
              <a:gd name="connsiteX21" fmla="*/ 5879372 w 7226994"/>
              <a:gd name="connsiteY21" fmla="*/ 400110 h 400110"/>
              <a:gd name="connsiteX22" fmla="*/ 5454254 w 7226994"/>
              <a:gd name="connsiteY22" fmla="*/ 400110 h 400110"/>
              <a:gd name="connsiteX23" fmla="*/ 5173677 w 7226994"/>
              <a:gd name="connsiteY23" fmla="*/ 400110 h 400110"/>
              <a:gd name="connsiteX24" fmla="*/ 4748560 w 7226994"/>
              <a:gd name="connsiteY24" fmla="*/ 400110 h 400110"/>
              <a:gd name="connsiteX25" fmla="*/ 4540252 w 7226994"/>
              <a:gd name="connsiteY25" fmla="*/ 400110 h 400110"/>
              <a:gd name="connsiteX26" fmla="*/ 4331945 w 7226994"/>
              <a:gd name="connsiteY26" fmla="*/ 400110 h 400110"/>
              <a:gd name="connsiteX27" fmla="*/ 3906827 w 7226994"/>
              <a:gd name="connsiteY27" fmla="*/ 400110 h 400110"/>
              <a:gd name="connsiteX28" fmla="*/ 3626250 w 7226994"/>
              <a:gd name="connsiteY28" fmla="*/ 400110 h 400110"/>
              <a:gd name="connsiteX29" fmla="*/ 3128863 w 7226994"/>
              <a:gd name="connsiteY29" fmla="*/ 400110 h 400110"/>
              <a:gd name="connsiteX30" fmla="*/ 2848286 w 7226994"/>
              <a:gd name="connsiteY30" fmla="*/ 400110 h 400110"/>
              <a:gd name="connsiteX31" fmla="*/ 2350898 w 7226994"/>
              <a:gd name="connsiteY31" fmla="*/ 400110 h 400110"/>
              <a:gd name="connsiteX32" fmla="*/ 2142591 w 7226994"/>
              <a:gd name="connsiteY32" fmla="*/ 400110 h 400110"/>
              <a:gd name="connsiteX33" fmla="*/ 1645203 w 7226994"/>
              <a:gd name="connsiteY33" fmla="*/ 400110 h 400110"/>
              <a:gd name="connsiteX34" fmla="*/ 1364626 w 7226994"/>
              <a:gd name="connsiteY34" fmla="*/ 400110 h 400110"/>
              <a:gd name="connsiteX35" fmla="*/ 1156319 w 7226994"/>
              <a:gd name="connsiteY35" fmla="*/ 400110 h 400110"/>
              <a:gd name="connsiteX36" fmla="*/ 875741 w 7226994"/>
              <a:gd name="connsiteY36" fmla="*/ 400110 h 400110"/>
              <a:gd name="connsiteX37" fmla="*/ 378354 w 7226994"/>
              <a:gd name="connsiteY37" fmla="*/ 400110 h 400110"/>
              <a:gd name="connsiteX38" fmla="*/ 0 w 7226994"/>
              <a:gd name="connsiteY38" fmla="*/ 400110 h 400110"/>
              <a:gd name="connsiteX39" fmla="*/ 0 w 7226994"/>
              <a:gd name="connsiteY39" fmla="*/ 212058 h 400110"/>
              <a:gd name="connsiteX40" fmla="*/ 0 w 7226994"/>
              <a:gd name="connsiteY4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226994" h="400110" fill="none" extrusionOk="0">
                <a:moveTo>
                  <a:pt x="0" y="0"/>
                </a:moveTo>
                <a:cubicBezTo>
                  <a:pt x="177360" y="-9573"/>
                  <a:pt x="347237" y="-3840"/>
                  <a:pt x="497387" y="0"/>
                </a:cubicBezTo>
                <a:cubicBezTo>
                  <a:pt x="640967" y="15064"/>
                  <a:pt x="664437" y="-3116"/>
                  <a:pt x="705694" y="0"/>
                </a:cubicBezTo>
                <a:cubicBezTo>
                  <a:pt x="739299" y="31724"/>
                  <a:pt x="1137862" y="-2286"/>
                  <a:pt x="1275351" y="0"/>
                </a:cubicBezTo>
                <a:cubicBezTo>
                  <a:pt x="1421794" y="-3779"/>
                  <a:pt x="1541130" y="15206"/>
                  <a:pt x="1700468" y="0"/>
                </a:cubicBezTo>
                <a:cubicBezTo>
                  <a:pt x="1878139" y="-22287"/>
                  <a:pt x="1820811" y="-4473"/>
                  <a:pt x="1908776" y="0"/>
                </a:cubicBezTo>
                <a:cubicBezTo>
                  <a:pt x="1996153" y="-17434"/>
                  <a:pt x="2221571" y="18618"/>
                  <a:pt x="2333894" y="0"/>
                </a:cubicBezTo>
                <a:cubicBezTo>
                  <a:pt x="2446503" y="6669"/>
                  <a:pt x="2604455" y="-14443"/>
                  <a:pt x="2903550" y="0"/>
                </a:cubicBezTo>
                <a:cubicBezTo>
                  <a:pt x="3168049" y="25033"/>
                  <a:pt x="3110833" y="11713"/>
                  <a:pt x="3256398" y="0"/>
                </a:cubicBezTo>
                <a:cubicBezTo>
                  <a:pt x="3416181" y="8797"/>
                  <a:pt x="3480070" y="5513"/>
                  <a:pt x="3609245" y="0"/>
                </a:cubicBezTo>
                <a:cubicBezTo>
                  <a:pt x="3748432" y="-19101"/>
                  <a:pt x="3824108" y="11322"/>
                  <a:pt x="4034362" y="0"/>
                </a:cubicBezTo>
                <a:cubicBezTo>
                  <a:pt x="4247354" y="-5811"/>
                  <a:pt x="4323760" y="-19987"/>
                  <a:pt x="4531750" y="0"/>
                </a:cubicBezTo>
                <a:cubicBezTo>
                  <a:pt x="4746594" y="14759"/>
                  <a:pt x="4790266" y="12572"/>
                  <a:pt x="5029137" y="0"/>
                </a:cubicBezTo>
                <a:cubicBezTo>
                  <a:pt x="5270394" y="-13037"/>
                  <a:pt x="5370425" y="6983"/>
                  <a:pt x="5526525" y="0"/>
                </a:cubicBezTo>
                <a:cubicBezTo>
                  <a:pt x="5711815" y="-13366"/>
                  <a:pt x="5979015" y="24219"/>
                  <a:pt x="6096182" y="0"/>
                </a:cubicBezTo>
                <a:cubicBezTo>
                  <a:pt x="6244539" y="863"/>
                  <a:pt x="6330693" y="14120"/>
                  <a:pt x="6521299" y="0"/>
                </a:cubicBezTo>
                <a:cubicBezTo>
                  <a:pt x="6708554" y="-14327"/>
                  <a:pt x="7066897" y="22252"/>
                  <a:pt x="7226994" y="0"/>
                </a:cubicBezTo>
                <a:cubicBezTo>
                  <a:pt x="7226723" y="41148"/>
                  <a:pt x="7239696" y="104160"/>
                  <a:pt x="7226994" y="200055"/>
                </a:cubicBezTo>
                <a:cubicBezTo>
                  <a:pt x="7215482" y="299124"/>
                  <a:pt x="7222203" y="331091"/>
                  <a:pt x="7226994" y="400110"/>
                </a:cubicBezTo>
                <a:cubicBezTo>
                  <a:pt x="7069991" y="422793"/>
                  <a:pt x="6916696" y="384158"/>
                  <a:pt x="6729606" y="400110"/>
                </a:cubicBezTo>
                <a:cubicBezTo>
                  <a:pt x="6516218" y="399309"/>
                  <a:pt x="6512766" y="385164"/>
                  <a:pt x="6376759" y="400110"/>
                </a:cubicBezTo>
                <a:cubicBezTo>
                  <a:pt x="6248436" y="425199"/>
                  <a:pt x="6176757" y="416413"/>
                  <a:pt x="6023911" y="400110"/>
                </a:cubicBezTo>
                <a:cubicBezTo>
                  <a:pt x="5878605" y="382976"/>
                  <a:pt x="5834238" y="411807"/>
                  <a:pt x="5671064" y="400110"/>
                </a:cubicBezTo>
                <a:cubicBezTo>
                  <a:pt x="5521813" y="390701"/>
                  <a:pt x="5463437" y="404907"/>
                  <a:pt x="5318217" y="400110"/>
                </a:cubicBezTo>
                <a:cubicBezTo>
                  <a:pt x="5193010" y="383254"/>
                  <a:pt x="5076792" y="402835"/>
                  <a:pt x="4820830" y="400110"/>
                </a:cubicBezTo>
                <a:cubicBezTo>
                  <a:pt x="4592968" y="417513"/>
                  <a:pt x="4503826" y="408417"/>
                  <a:pt x="4395712" y="400110"/>
                </a:cubicBezTo>
                <a:cubicBezTo>
                  <a:pt x="4276768" y="386647"/>
                  <a:pt x="4280206" y="396534"/>
                  <a:pt x="4187405" y="400110"/>
                </a:cubicBezTo>
                <a:cubicBezTo>
                  <a:pt x="4115225" y="386617"/>
                  <a:pt x="3968093" y="430563"/>
                  <a:pt x="3834558" y="400110"/>
                </a:cubicBezTo>
                <a:cubicBezTo>
                  <a:pt x="3732479" y="389558"/>
                  <a:pt x="3578655" y="360206"/>
                  <a:pt x="3337170" y="400110"/>
                </a:cubicBezTo>
                <a:cubicBezTo>
                  <a:pt x="3120702" y="412350"/>
                  <a:pt x="3130007" y="403406"/>
                  <a:pt x="3056593" y="400110"/>
                </a:cubicBezTo>
                <a:cubicBezTo>
                  <a:pt x="3009548" y="378075"/>
                  <a:pt x="2712686" y="394602"/>
                  <a:pt x="2486936" y="400110"/>
                </a:cubicBezTo>
                <a:cubicBezTo>
                  <a:pt x="2287653" y="409131"/>
                  <a:pt x="2037558" y="361530"/>
                  <a:pt x="1917278" y="400110"/>
                </a:cubicBezTo>
                <a:cubicBezTo>
                  <a:pt x="1787214" y="432401"/>
                  <a:pt x="1623208" y="391099"/>
                  <a:pt x="1492161" y="400110"/>
                </a:cubicBezTo>
                <a:cubicBezTo>
                  <a:pt x="1347959" y="394127"/>
                  <a:pt x="1033772" y="392532"/>
                  <a:pt x="922504" y="400110"/>
                </a:cubicBezTo>
                <a:cubicBezTo>
                  <a:pt x="785438" y="411976"/>
                  <a:pt x="685745" y="393029"/>
                  <a:pt x="497387" y="400110"/>
                </a:cubicBezTo>
                <a:cubicBezTo>
                  <a:pt x="321824" y="407171"/>
                  <a:pt x="136093" y="418075"/>
                  <a:pt x="0" y="400110"/>
                </a:cubicBezTo>
                <a:cubicBezTo>
                  <a:pt x="-976" y="344005"/>
                  <a:pt x="-370" y="261816"/>
                  <a:pt x="0" y="212058"/>
                </a:cubicBezTo>
                <a:cubicBezTo>
                  <a:pt x="1523" y="164819"/>
                  <a:pt x="6976" y="40471"/>
                  <a:pt x="0" y="0"/>
                </a:cubicBezTo>
                <a:close/>
              </a:path>
              <a:path w="7226994" h="400110" stroke="0" extrusionOk="0">
                <a:moveTo>
                  <a:pt x="0" y="0"/>
                </a:moveTo>
                <a:cubicBezTo>
                  <a:pt x="78690" y="-2483"/>
                  <a:pt x="255422" y="-8407"/>
                  <a:pt x="352847" y="0"/>
                </a:cubicBezTo>
                <a:cubicBezTo>
                  <a:pt x="450866" y="15673"/>
                  <a:pt x="460118" y="-337"/>
                  <a:pt x="561154" y="0"/>
                </a:cubicBezTo>
                <a:cubicBezTo>
                  <a:pt x="675526" y="-24506"/>
                  <a:pt x="862498" y="1609"/>
                  <a:pt x="1130811" y="0"/>
                </a:cubicBezTo>
                <a:cubicBezTo>
                  <a:pt x="1396020" y="10813"/>
                  <a:pt x="1306220" y="18193"/>
                  <a:pt x="1483659" y="0"/>
                </a:cubicBezTo>
                <a:cubicBezTo>
                  <a:pt x="1666548" y="5357"/>
                  <a:pt x="1770565" y="-7233"/>
                  <a:pt x="1836506" y="0"/>
                </a:cubicBezTo>
                <a:cubicBezTo>
                  <a:pt x="1881777" y="-40090"/>
                  <a:pt x="2183290" y="-14628"/>
                  <a:pt x="2406163" y="0"/>
                </a:cubicBezTo>
                <a:cubicBezTo>
                  <a:pt x="2627679" y="24983"/>
                  <a:pt x="2599544" y="-1042"/>
                  <a:pt x="2686741" y="0"/>
                </a:cubicBezTo>
                <a:cubicBezTo>
                  <a:pt x="2772485" y="5214"/>
                  <a:pt x="3116902" y="-6544"/>
                  <a:pt x="3256398" y="0"/>
                </a:cubicBezTo>
                <a:cubicBezTo>
                  <a:pt x="3381453" y="20846"/>
                  <a:pt x="3640296" y="3957"/>
                  <a:pt x="3826055" y="0"/>
                </a:cubicBezTo>
                <a:cubicBezTo>
                  <a:pt x="3995199" y="-221"/>
                  <a:pt x="4073071" y="1009"/>
                  <a:pt x="4251172" y="0"/>
                </a:cubicBezTo>
                <a:cubicBezTo>
                  <a:pt x="4413577" y="-15228"/>
                  <a:pt x="4632250" y="10749"/>
                  <a:pt x="4820830" y="0"/>
                </a:cubicBezTo>
                <a:cubicBezTo>
                  <a:pt x="5015587" y="14532"/>
                  <a:pt x="5100298" y="-7330"/>
                  <a:pt x="5173677" y="0"/>
                </a:cubicBezTo>
                <a:cubicBezTo>
                  <a:pt x="5260057" y="24878"/>
                  <a:pt x="5376772" y="21235"/>
                  <a:pt x="5526525" y="0"/>
                </a:cubicBezTo>
                <a:cubicBezTo>
                  <a:pt x="5707466" y="-30704"/>
                  <a:pt x="5859432" y="19839"/>
                  <a:pt x="6023911" y="0"/>
                </a:cubicBezTo>
                <a:cubicBezTo>
                  <a:pt x="6167360" y="-7098"/>
                  <a:pt x="6212831" y="497"/>
                  <a:pt x="6376759" y="0"/>
                </a:cubicBezTo>
                <a:cubicBezTo>
                  <a:pt x="6607506" y="-46921"/>
                  <a:pt x="6925011" y="48115"/>
                  <a:pt x="7226994" y="0"/>
                </a:cubicBezTo>
                <a:cubicBezTo>
                  <a:pt x="7236204" y="53600"/>
                  <a:pt x="7238023" y="128603"/>
                  <a:pt x="7226994" y="208057"/>
                </a:cubicBezTo>
                <a:cubicBezTo>
                  <a:pt x="7229105" y="291454"/>
                  <a:pt x="7228091" y="348890"/>
                  <a:pt x="7226994" y="400110"/>
                </a:cubicBezTo>
                <a:cubicBezTo>
                  <a:pt x="7013269" y="375259"/>
                  <a:pt x="6899977" y="390844"/>
                  <a:pt x="6729606" y="400110"/>
                </a:cubicBezTo>
                <a:cubicBezTo>
                  <a:pt x="6587962" y="395809"/>
                  <a:pt x="6540125" y="403249"/>
                  <a:pt x="6449029" y="400110"/>
                </a:cubicBezTo>
                <a:cubicBezTo>
                  <a:pt x="6371715" y="387111"/>
                  <a:pt x="6100694" y="346921"/>
                  <a:pt x="5879372" y="400110"/>
                </a:cubicBezTo>
                <a:cubicBezTo>
                  <a:pt x="5648282" y="419330"/>
                  <a:pt x="5662419" y="386789"/>
                  <a:pt x="5454254" y="400110"/>
                </a:cubicBezTo>
                <a:cubicBezTo>
                  <a:pt x="5250461" y="412833"/>
                  <a:pt x="5265227" y="401622"/>
                  <a:pt x="5173677" y="400110"/>
                </a:cubicBezTo>
                <a:cubicBezTo>
                  <a:pt x="5044939" y="388008"/>
                  <a:pt x="4882414" y="368537"/>
                  <a:pt x="4748560" y="400110"/>
                </a:cubicBezTo>
                <a:cubicBezTo>
                  <a:pt x="4613605" y="423000"/>
                  <a:pt x="4586526" y="410133"/>
                  <a:pt x="4540252" y="400110"/>
                </a:cubicBezTo>
                <a:cubicBezTo>
                  <a:pt x="4490224" y="403180"/>
                  <a:pt x="4413981" y="399753"/>
                  <a:pt x="4331945" y="400110"/>
                </a:cubicBezTo>
                <a:cubicBezTo>
                  <a:pt x="4217054" y="383479"/>
                  <a:pt x="4053791" y="389431"/>
                  <a:pt x="3906827" y="400110"/>
                </a:cubicBezTo>
                <a:cubicBezTo>
                  <a:pt x="3774819" y="392425"/>
                  <a:pt x="3725036" y="395294"/>
                  <a:pt x="3626250" y="400110"/>
                </a:cubicBezTo>
                <a:cubicBezTo>
                  <a:pt x="3516969" y="400326"/>
                  <a:pt x="3314649" y="417371"/>
                  <a:pt x="3128863" y="400110"/>
                </a:cubicBezTo>
                <a:cubicBezTo>
                  <a:pt x="2941507" y="385365"/>
                  <a:pt x="2934541" y="412712"/>
                  <a:pt x="2848286" y="400110"/>
                </a:cubicBezTo>
                <a:cubicBezTo>
                  <a:pt x="2787680" y="352810"/>
                  <a:pt x="2514929" y="398791"/>
                  <a:pt x="2350898" y="400110"/>
                </a:cubicBezTo>
                <a:cubicBezTo>
                  <a:pt x="2165978" y="385190"/>
                  <a:pt x="2218476" y="404349"/>
                  <a:pt x="2142591" y="400110"/>
                </a:cubicBezTo>
                <a:cubicBezTo>
                  <a:pt x="2048415" y="411419"/>
                  <a:pt x="1802734" y="393497"/>
                  <a:pt x="1645203" y="400110"/>
                </a:cubicBezTo>
                <a:cubicBezTo>
                  <a:pt x="1494658" y="396733"/>
                  <a:pt x="1496078" y="400670"/>
                  <a:pt x="1364626" y="400110"/>
                </a:cubicBezTo>
                <a:cubicBezTo>
                  <a:pt x="1232919" y="398311"/>
                  <a:pt x="1202516" y="398406"/>
                  <a:pt x="1156319" y="400110"/>
                </a:cubicBezTo>
                <a:cubicBezTo>
                  <a:pt x="1132591" y="406700"/>
                  <a:pt x="997359" y="394738"/>
                  <a:pt x="875741" y="400110"/>
                </a:cubicBezTo>
                <a:cubicBezTo>
                  <a:pt x="760339" y="400222"/>
                  <a:pt x="571699" y="419899"/>
                  <a:pt x="378354" y="400110"/>
                </a:cubicBezTo>
                <a:cubicBezTo>
                  <a:pt x="181468" y="402134"/>
                  <a:pt x="126419" y="419947"/>
                  <a:pt x="0" y="400110"/>
                </a:cubicBezTo>
                <a:cubicBezTo>
                  <a:pt x="-426" y="353111"/>
                  <a:pt x="4687" y="298321"/>
                  <a:pt x="0" y="212058"/>
                </a:cubicBezTo>
                <a:cubicBezTo>
                  <a:pt x="-8516" y="108366"/>
                  <a:pt x="-4157" y="66563"/>
                  <a:pt x="0" y="0"/>
                </a:cubicBezTo>
                <a:close/>
              </a:path>
              <a:path w="7226994" h="400110" fill="none" stroke="0" extrusionOk="0">
                <a:moveTo>
                  <a:pt x="0" y="0"/>
                </a:moveTo>
                <a:cubicBezTo>
                  <a:pt x="164711" y="-209"/>
                  <a:pt x="340760" y="-8167"/>
                  <a:pt x="497387" y="0"/>
                </a:cubicBezTo>
                <a:cubicBezTo>
                  <a:pt x="642099" y="13327"/>
                  <a:pt x="660346" y="-1150"/>
                  <a:pt x="705694" y="0"/>
                </a:cubicBezTo>
                <a:cubicBezTo>
                  <a:pt x="744480" y="5697"/>
                  <a:pt x="1121156" y="4818"/>
                  <a:pt x="1275351" y="0"/>
                </a:cubicBezTo>
                <a:cubicBezTo>
                  <a:pt x="1415267" y="650"/>
                  <a:pt x="1539218" y="25820"/>
                  <a:pt x="1700468" y="0"/>
                </a:cubicBezTo>
                <a:cubicBezTo>
                  <a:pt x="1889733" y="-16988"/>
                  <a:pt x="1829338" y="-12259"/>
                  <a:pt x="1908776" y="0"/>
                </a:cubicBezTo>
                <a:cubicBezTo>
                  <a:pt x="1982587" y="-1831"/>
                  <a:pt x="2209531" y="16877"/>
                  <a:pt x="2333894" y="0"/>
                </a:cubicBezTo>
                <a:cubicBezTo>
                  <a:pt x="2447735" y="-35606"/>
                  <a:pt x="2627766" y="-8469"/>
                  <a:pt x="2903550" y="0"/>
                </a:cubicBezTo>
                <a:cubicBezTo>
                  <a:pt x="3174833" y="26895"/>
                  <a:pt x="3104484" y="-2910"/>
                  <a:pt x="3256398" y="0"/>
                </a:cubicBezTo>
                <a:cubicBezTo>
                  <a:pt x="3399052" y="1589"/>
                  <a:pt x="3472069" y="15079"/>
                  <a:pt x="3609245" y="0"/>
                </a:cubicBezTo>
                <a:cubicBezTo>
                  <a:pt x="3759232" y="2768"/>
                  <a:pt x="3826864" y="22712"/>
                  <a:pt x="4034362" y="0"/>
                </a:cubicBezTo>
                <a:cubicBezTo>
                  <a:pt x="4248318" y="-6247"/>
                  <a:pt x="4325203" y="-9258"/>
                  <a:pt x="4531750" y="0"/>
                </a:cubicBezTo>
                <a:cubicBezTo>
                  <a:pt x="4750652" y="13965"/>
                  <a:pt x="4787642" y="13013"/>
                  <a:pt x="5029137" y="0"/>
                </a:cubicBezTo>
                <a:cubicBezTo>
                  <a:pt x="5267241" y="-15274"/>
                  <a:pt x="5355201" y="14111"/>
                  <a:pt x="5526525" y="0"/>
                </a:cubicBezTo>
                <a:cubicBezTo>
                  <a:pt x="5669868" y="-17722"/>
                  <a:pt x="5950371" y="-26165"/>
                  <a:pt x="6096182" y="0"/>
                </a:cubicBezTo>
                <a:cubicBezTo>
                  <a:pt x="6229586" y="-4748"/>
                  <a:pt x="6308485" y="25178"/>
                  <a:pt x="6521299" y="0"/>
                </a:cubicBezTo>
                <a:cubicBezTo>
                  <a:pt x="6708702" y="-3561"/>
                  <a:pt x="7102630" y="33814"/>
                  <a:pt x="7226994" y="0"/>
                </a:cubicBezTo>
                <a:cubicBezTo>
                  <a:pt x="7231433" y="53306"/>
                  <a:pt x="7232092" y="100597"/>
                  <a:pt x="7226994" y="200055"/>
                </a:cubicBezTo>
                <a:cubicBezTo>
                  <a:pt x="7221252" y="303093"/>
                  <a:pt x="7218194" y="337154"/>
                  <a:pt x="7226994" y="400110"/>
                </a:cubicBezTo>
                <a:cubicBezTo>
                  <a:pt x="7123288" y="408733"/>
                  <a:pt x="6975026" y="421942"/>
                  <a:pt x="6729606" y="400110"/>
                </a:cubicBezTo>
                <a:cubicBezTo>
                  <a:pt x="6516902" y="400577"/>
                  <a:pt x="6512530" y="386125"/>
                  <a:pt x="6376759" y="400110"/>
                </a:cubicBezTo>
                <a:cubicBezTo>
                  <a:pt x="6242911" y="406673"/>
                  <a:pt x="6179799" y="416635"/>
                  <a:pt x="6023911" y="400110"/>
                </a:cubicBezTo>
                <a:cubicBezTo>
                  <a:pt x="5870994" y="388463"/>
                  <a:pt x="5836811" y="416440"/>
                  <a:pt x="5671064" y="400110"/>
                </a:cubicBezTo>
                <a:cubicBezTo>
                  <a:pt x="5513046" y="397949"/>
                  <a:pt x="5467501" y="409267"/>
                  <a:pt x="5318217" y="400110"/>
                </a:cubicBezTo>
                <a:cubicBezTo>
                  <a:pt x="5188375" y="386059"/>
                  <a:pt x="5069585" y="414247"/>
                  <a:pt x="4820830" y="400110"/>
                </a:cubicBezTo>
                <a:cubicBezTo>
                  <a:pt x="4579793" y="398095"/>
                  <a:pt x="4515051" y="415501"/>
                  <a:pt x="4395712" y="400110"/>
                </a:cubicBezTo>
                <a:cubicBezTo>
                  <a:pt x="4273439" y="388666"/>
                  <a:pt x="4280747" y="398018"/>
                  <a:pt x="4187405" y="400110"/>
                </a:cubicBezTo>
                <a:cubicBezTo>
                  <a:pt x="4102119" y="408626"/>
                  <a:pt x="3964374" y="406358"/>
                  <a:pt x="3834558" y="400110"/>
                </a:cubicBezTo>
                <a:cubicBezTo>
                  <a:pt x="3707208" y="425143"/>
                  <a:pt x="3560693" y="360177"/>
                  <a:pt x="3337170" y="400110"/>
                </a:cubicBezTo>
                <a:cubicBezTo>
                  <a:pt x="3115191" y="415803"/>
                  <a:pt x="3128072" y="402335"/>
                  <a:pt x="3056593" y="400110"/>
                </a:cubicBezTo>
                <a:cubicBezTo>
                  <a:pt x="3033201" y="385802"/>
                  <a:pt x="2685616" y="396170"/>
                  <a:pt x="2486936" y="400110"/>
                </a:cubicBezTo>
                <a:cubicBezTo>
                  <a:pt x="2288632" y="419626"/>
                  <a:pt x="2056028" y="390660"/>
                  <a:pt x="1917278" y="400110"/>
                </a:cubicBezTo>
                <a:cubicBezTo>
                  <a:pt x="1760436" y="426132"/>
                  <a:pt x="1617712" y="366885"/>
                  <a:pt x="1492161" y="400110"/>
                </a:cubicBezTo>
                <a:cubicBezTo>
                  <a:pt x="1324605" y="408928"/>
                  <a:pt x="1052463" y="409828"/>
                  <a:pt x="922504" y="400110"/>
                </a:cubicBezTo>
                <a:cubicBezTo>
                  <a:pt x="797534" y="401733"/>
                  <a:pt x="685132" y="396290"/>
                  <a:pt x="497387" y="400110"/>
                </a:cubicBezTo>
                <a:cubicBezTo>
                  <a:pt x="327638" y="416176"/>
                  <a:pt x="141758" y="431006"/>
                  <a:pt x="0" y="400110"/>
                </a:cubicBezTo>
                <a:cubicBezTo>
                  <a:pt x="-3690" y="345139"/>
                  <a:pt x="5455" y="259802"/>
                  <a:pt x="0" y="212058"/>
                </a:cubicBezTo>
                <a:cubicBezTo>
                  <a:pt x="-3927" y="166773"/>
                  <a:pt x="10726" y="4410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97561"/>
                      <a:gd name="connsiteY0" fmla="*/ 0 h 707886"/>
                      <a:gd name="connsiteX1" fmla="*/ 791303 w 11497561"/>
                      <a:gd name="connsiteY1" fmla="*/ 0 h 707886"/>
                      <a:gd name="connsiteX2" fmla="*/ 1122703 w 11497561"/>
                      <a:gd name="connsiteY2" fmla="*/ 0 h 707886"/>
                      <a:gd name="connsiteX3" fmla="*/ 2028981 w 11497561"/>
                      <a:gd name="connsiteY3" fmla="*/ 0 h 707886"/>
                      <a:gd name="connsiteX4" fmla="*/ 2705308 w 11497561"/>
                      <a:gd name="connsiteY4" fmla="*/ 0 h 707886"/>
                      <a:gd name="connsiteX5" fmla="*/ 3036709 w 11497561"/>
                      <a:gd name="connsiteY5" fmla="*/ 0 h 707886"/>
                      <a:gd name="connsiteX6" fmla="*/ 3713036 w 11497561"/>
                      <a:gd name="connsiteY6" fmla="*/ 0 h 707886"/>
                      <a:gd name="connsiteX7" fmla="*/ 4619314 w 11497561"/>
                      <a:gd name="connsiteY7" fmla="*/ 0 h 707886"/>
                      <a:gd name="connsiteX8" fmla="*/ 5180666 w 11497561"/>
                      <a:gd name="connsiteY8" fmla="*/ 0 h 707886"/>
                      <a:gd name="connsiteX9" fmla="*/ 5742017 w 11497561"/>
                      <a:gd name="connsiteY9" fmla="*/ 0 h 707886"/>
                      <a:gd name="connsiteX10" fmla="*/ 6418344 w 11497561"/>
                      <a:gd name="connsiteY10" fmla="*/ 0 h 707886"/>
                      <a:gd name="connsiteX11" fmla="*/ 7209647 w 11497561"/>
                      <a:gd name="connsiteY11" fmla="*/ 0 h 707886"/>
                      <a:gd name="connsiteX12" fmla="*/ 8000950 w 11497561"/>
                      <a:gd name="connsiteY12" fmla="*/ 0 h 707886"/>
                      <a:gd name="connsiteX13" fmla="*/ 8792253 w 11497561"/>
                      <a:gd name="connsiteY13" fmla="*/ 0 h 707886"/>
                      <a:gd name="connsiteX14" fmla="*/ 9698531 w 11497561"/>
                      <a:gd name="connsiteY14" fmla="*/ 0 h 707886"/>
                      <a:gd name="connsiteX15" fmla="*/ 10374858 w 11497561"/>
                      <a:gd name="connsiteY15" fmla="*/ 0 h 707886"/>
                      <a:gd name="connsiteX16" fmla="*/ 11497561 w 11497561"/>
                      <a:gd name="connsiteY16" fmla="*/ 0 h 707886"/>
                      <a:gd name="connsiteX17" fmla="*/ 11497561 w 11497561"/>
                      <a:gd name="connsiteY17" fmla="*/ 353943 h 707886"/>
                      <a:gd name="connsiteX18" fmla="*/ 11497561 w 11497561"/>
                      <a:gd name="connsiteY18" fmla="*/ 707886 h 707886"/>
                      <a:gd name="connsiteX19" fmla="*/ 10706258 w 11497561"/>
                      <a:gd name="connsiteY19" fmla="*/ 707886 h 707886"/>
                      <a:gd name="connsiteX20" fmla="*/ 10144907 w 11497561"/>
                      <a:gd name="connsiteY20" fmla="*/ 707886 h 707886"/>
                      <a:gd name="connsiteX21" fmla="*/ 9583555 w 11497561"/>
                      <a:gd name="connsiteY21" fmla="*/ 707886 h 707886"/>
                      <a:gd name="connsiteX22" fmla="*/ 9022204 w 11497561"/>
                      <a:gd name="connsiteY22" fmla="*/ 707886 h 707886"/>
                      <a:gd name="connsiteX23" fmla="*/ 8460852 w 11497561"/>
                      <a:gd name="connsiteY23" fmla="*/ 707886 h 707886"/>
                      <a:gd name="connsiteX24" fmla="*/ 7669550 w 11497561"/>
                      <a:gd name="connsiteY24" fmla="*/ 707886 h 707886"/>
                      <a:gd name="connsiteX25" fmla="*/ 6993222 w 11497561"/>
                      <a:gd name="connsiteY25" fmla="*/ 707886 h 707886"/>
                      <a:gd name="connsiteX26" fmla="*/ 6661822 w 11497561"/>
                      <a:gd name="connsiteY26" fmla="*/ 707886 h 707886"/>
                      <a:gd name="connsiteX27" fmla="*/ 6100471 w 11497561"/>
                      <a:gd name="connsiteY27" fmla="*/ 707886 h 707886"/>
                      <a:gd name="connsiteX28" fmla="*/ 5309168 w 11497561"/>
                      <a:gd name="connsiteY28" fmla="*/ 707886 h 707886"/>
                      <a:gd name="connsiteX29" fmla="*/ 4862792 w 11497561"/>
                      <a:gd name="connsiteY29" fmla="*/ 707886 h 707886"/>
                      <a:gd name="connsiteX30" fmla="*/ 3956514 w 11497561"/>
                      <a:gd name="connsiteY30" fmla="*/ 707886 h 707886"/>
                      <a:gd name="connsiteX31" fmla="*/ 3050235 w 11497561"/>
                      <a:gd name="connsiteY31" fmla="*/ 707886 h 707886"/>
                      <a:gd name="connsiteX32" fmla="*/ 2373908 w 11497561"/>
                      <a:gd name="connsiteY32" fmla="*/ 707886 h 707886"/>
                      <a:gd name="connsiteX33" fmla="*/ 1467630 w 11497561"/>
                      <a:gd name="connsiteY33" fmla="*/ 707886 h 707886"/>
                      <a:gd name="connsiteX34" fmla="*/ 791303 w 11497561"/>
                      <a:gd name="connsiteY34" fmla="*/ 707886 h 707886"/>
                      <a:gd name="connsiteX35" fmla="*/ 0 w 11497561"/>
                      <a:gd name="connsiteY35" fmla="*/ 707886 h 707886"/>
                      <a:gd name="connsiteX36" fmla="*/ 0 w 11497561"/>
                      <a:gd name="connsiteY36" fmla="*/ 375180 h 707886"/>
                      <a:gd name="connsiteX37" fmla="*/ 0 w 11497561"/>
                      <a:gd name="connsiteY37" fmla="*/ 0 h 707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1497561" h="707886" fill="none" extrusionOk="0">
                        <a:moveTo>
                          <a:pt x="0" y="0"/>
                        </a:moveTo>
                        <a:cubicBezTo>
                          <a:pt x="270298" y="5292"/>
                          <a:pt x="562949" y="-23140"/>
                          <a:pt x="791303" y="0"/>
                        </a:cubicBezTo>
                        <a:cubicBezTo>
                          <a:pt x="1019657" y="23140"/>
                          <a:pt x="1053693" y="-2145"/>
                          <a:pt x="1122703" y="0"/>
                        </a:cubicBezTo>
                        <a:cubicBezTo>
                          <a:pt x="1191713" y="2145"/>
                          <a:pt x="1787148" y="-12856"/>
                          <a:pt x="2028981" y="0"/>
                        </a:cubicBezTo>
                        <a:cubicBezTo>
                          <a:pt x="2270814" y="12856"/>
                          <a:pt x="2424369" y="32715"/>
                          <a:pt x="2705308" y="0"/>
                        </a:cubicBezTo>
                        <a:cubicBezTo>
                          <a:pt x="2986247" y="-32715"/>
                          <a:pt x="2900813" y="92"/>
                          <a:pt x="3036709" y="0"/>
                        </a:cubicBezTo>
                        <a:cubicBezTo>
                          <a:pt x="3172605" y="-92"/>
                          <a:pt x="3527575" y="16888"/>
                          <a:pt x="3713036" y="0"/>
                        </a:cubicBezTo>
                        <a:cubicBezTo>
                          <a:pt x="3898497" y="-16888"/>
                          <a:pt x="4197658" y="-41400"/>
                          <a:pt x="4619314" y="0"/>
                        </a:cubicBezTo>
                        <a:cubicBezTo>
                          <a:pt x="5040970" y="41400"/>
                          <a:pt x="4935389" y="-6108"/>
                          <a:pt x="5180666" y="0"/>
                        </a:cubicBezTo>
                        <a:cubicBezTo>
                          <a:pt x="5425943" y="6108"/>
                          <a:pt x="5520882" y="24043"/>
                          <a:pt x="5742017" y="0"/>
                        </a:cubicBezTo>
                        <a:cubicBezTo>
                          <a:pt x="5963152" y="-24043"/>
                          <a:pt x="6087055" y="26635"/>
                          <a:pt x="6418344" y="0"/>
                        </a:cubicBezTo>
                        <a:cubicBezTo>
                          <a:pt x="6749633" y="-26635"/>
                          <a:pt x="6869289" y="-32397"/>
                          <a:pt x="7209647" y="0"/>
                        </a:cubicBezTo>
                        <a:cubicBezTo>
                          <a:pt x="7550005" y="32397"/>
                          <a:pt x="7615763" y="28189"/>
                          <a:pt x="8000950" y="0"/>
                        </a:cubicBezTo>
                        <a:cubicBezTo>
                          <a:pt x="8386137" y="-28189"/>
                          <a:pt x="8523865" y="28168"/>
                          <a:pt x="8792253" y="0"/>
                        </a:cubicBezTo>
                        <a:cubicBezTo>
                          <a:pt x="9060641" y="-28168"/>
                          <a:pt x="9486869" y="-246"/>
                          <a:pt x="9698531" y="0"/>
                        </a:cubicBezTo>
                        <a:cubicBezTo>
                          <a:pt x="9910193" y="246"/>
                          <a:pt x="10067754" y="24116"/>
                          <a:pt x="10374858" y="0"/>
                        </a:cubicBezTo>
                        <a:cubicBezTo>
                          <a:pt x="10681962" y="-24116"/>
                          <a:pt x="11264946" y="31098"/>
                          <a:pt x="11497561" y="0"/>
                        </a:cubicBezTo>
                        <a:cubicBezTo>
                          <a:pt x="11505363" y="74736"/>
                          <a:pt x="11501576" y="180682"/>
                          <a:pt x="11497561" y="353943"/>
                        </a:cubicBezTo>
                        <a:cubicBezTo>
                          <a:pt x="11493546" y="527204"/>
                          <a:pt x="11495542" y="595793"/>
                          <a:pt x="11497561" y="707886"/>
                        </a:cubicBezTo>
                        <a:cubicBezTo>
                          <a:pt x="11220980" y="705223"/>
                          <a:pt x="11045595" y="707276"/>
                          <a:pt x="10706258" y="707886"/>
                        </a:cubicBezTo>
                        <a:cubicBezTo>
                          <a:pt x="10366921" y="708496"/>
                          <a:pt x="10362217" y="681330"/>
                          <a:pt x="10144907" y="707886"/>
                        </a:cubicBezTo>
                        <a:cubicBezTo>
                          <a:pt x="9927597" y="734442"/>
                          <a:pt x="9828108" y="732973"/>
                          <a:pt x="9583555" y="707886"/>
                        </a:cubicBezTo>
                        <a:cubicBezTo>
                          <a:pt x="9339002" y="682799"/>
                          <a:pt x="9279640" y="734344"/>
                          <a:pt x="9022204" y="707886"/>
                        </a:cubicBezTo>
                        <a:cubicBezTo>
                          <a:pt x="8764768" y="681428"/>
                          <a:pt x="8684959" y="728467"/>
                          <a:pt x="8460852" y="707886"/>
                        </a:cubicBezTo>
                        <a:cubicBezTo>
                          <a:pt x="8236745" y="687305"/>
                          <a:pt x="8033967" y="704192"/>
                          <a:pt x="7669550" y="707886"/>
                        </a:cubicBezTo>
                        <a:cubicBezTo>
                          <a:pt x="7305133" y="711580"/>
                          <a:pt x="7186367" y="731417"/>
                          <a:pt x="6993222" y="707886"/>
                        </a:cubicBezTo>
                        <a:cubicBezTo>
                          <a:pt x="6800077" y="684355"/>
                          <a:pt x="6809538" y="705228"/>
                          <a:pt x="6661822" y="707886"/>
                        </a:cubicBezTo>
                        <a:cubicBezTo>
                          <a:pt x="6514106" y="710544"/>
                          <a:pt x="6296785" y="725733"/>
                          <a:pt x="6100471" y="707886"/>
                        </a:cubicBezTo>
                        <a:cubicBezTo>
                          <a:pt x="5904157" y="690039"/>
                          <a:pt x="5655986" y="679894"/>
                          <a:pt x="5309168" y="707886"/>
                        </a:cubicBezTo>
                        <a:cubicBezTo>
                          <a:pt x="4962350" y="735878"/>
                          <a:pt x="4974643" y="711231"/>
                          <a:pt x="4862792" y="707886"/>
                        </a:cubicBezTo>
                        <a:cubicBezTo>
                          <a:pt x="4750941" y="704541"/>
                          <a:pt x="4275023" y="682239"/>
                          <a:pt x="3956514" y="707886"/>
                        </a:cubicBezTo>
                        <a:cubicBezTo>
                          <a:pt x="3638005" y="733533"/>
                          <a:pt x="3261754" y="689134"/>
                          <a:pt x="3050235" y="707886"/>
                        </a:cubicBezTo>
                        <a:cubicBezTo>
                          <a:pt x="2838716" y="726638"/>
                          <a:pt x="2602623" y="697332"/>
                          <a:pt x="2373908" y="707886"/>
                        </a:cubicBezTo>
                        <a:cubicBezTo>
                          <a:pt x="2145193" y="718440"/>
                          <a:pt x="1664944" y="714054"/>
                          <a:pt x="1467630" y="707886"/>
                        </a:cubicBezTo>
                        <a:cubicBezTo>
                          <a:pt x="1270316" y="701718"/>
                          <a:pt x="1087061" y="692757"/>
                          <a:pt x="791303" y="707886"/>
                        </a:cubicBezTo>
                        <a:cubicBezTo>
                          <a:pt x="495545" y="723015"/>
                          <a:pt x="194876" y="729234"/>
                          <a:pt x="0" y="707886"/>
                        </a:cubicBezTo>
                        <a:cubicBezTo>
                          <a:pt x="-7471" y="604375"/>
                          <a:pt x="1478" y="456278"/>
                          <a:pt x="0" y="375180"/>
                        </a:cubicBezTo>
                        <a:cubicBezTo>
                          <a:pt x="-1478" y="294082"/>
                          <a:pt x="17786" y="75088"/>
                          <a:pt x="0" y="0"/>
                        </a:cubicBezTo>
                        <a:close/>
                      </a:path>
                      <a:path w="11497561" h="707886" stroke="0" extrusionOk="0">
                        <a:moveTo>
                          <a:pt x="0" y="0"/>
                        </a:moveTo>
                        <a:cubicBezTo>
                          <a:pt x="136416" y="15411"/>
                          <a:pt x="407669" y="-25642"/>
                          <a:pt x="561352" y="0"/>
                        </a:cubicBezTo>
                        <a:cubicBezTo>
                          <a:pt x="715035" y="25642"/>
                          <a:pt x="731500" y="1879"/>
                          <a:pt x="892752" y="0"/>
                        </a:cubicBezTo>
                        <a:cubicBezTo>
                          <a:pt x="1054004" y="-1879"/>
                          <a:pt x="1352119" y="-2281"/>
                          <a:pt x="1799030" y="0"/>
                        </a:cubicBezTo>
                        <a:cubicBezTo>
                          <a:pt x="2245941" y="2281"/>
                          <a:pt x="2096442" y="-3943"/>
                          <a:pt x="2360382" y="0"/>
                        </a:cubicBezTo>
                        <a:cubicBezTo>
                          <a:pt x="2624322" y="3943"/>
                          <a:pt x="2802774" y="-5281"/>
                          <a:pt x="2921733" y="0"/>
                        </a:cubicBezTo>
                        <a:cubicBezTo>
                          <a:pt x="3040692" y="5281"/>
                          <a:pt x="3478621" y="-39946"/>
                          <a:pt x="3828011" y="0"/>
                        </a:cubicBezTo>
                        <a:cubicBezTo>
                          <a:pt x="4177401" y="39946"/>
                          <a:pt x="4138495" y="-2257"/>
                          <a:pt x="4274387" y="0"/>
                        </a:cubicBezTo>
                        <a:cubicBezTo>
                          <a:pt x="4410279" y="2257"/>
                          <a:pt x="4976983" y="-15150"/>
                          <a:pt x="5180666" y="0"/>
                        </a:cubicBezTo>
                        <a:cubicBezTo>
                          <a:pt x="5384349" y="15150"/>
                          <a:pt x="5802623" y="9964"/>
                          <a:pt x="6086944" y="0"/>
                        </a:cubicBezTo>
                        <a:cubicBezTo>
                          <a:pt x="6371265" y="-9964"/>
                          <a:pt x="6477926" y="9290"/>
                          <a:pt x="6763271" y="0"/>
                        </a:cubicBezTo>
                        <a:cubicBezTo>
                          <a:pt x="7048616" y="-9290"/>
                          <a:pt x="7361337" y="-20725"/>
                          <a:pt x="7669550" y="0"/>
                        </a:cubicBezTo>
                        <a:cubicBezTo>
                          <a:pt x="7977763" y="20725"/>
                          <a:pt x="8089870" y="347"/>
                          <a:pt x="8230901" y="0"/>
                        </a:cubicBezTo>
                        <a:cubicBezTo>
                          <a:pt x="8371932" y="-347"/>
                          <a:pt x="8539970" y="15459"/>
                          <a:pt x="8792253" y="0"/>
                        </a:cubicBezTo>
                        <a:cubicBezTo>
                          <a:pt x="9044536" y="-15459"/>
                          <a:pt x="9369833" y="15903"/>
                          <a:pt x="9583555" y="0"/>
                        </a:cubicBezTo>
                        <a:cubicBezTo>
                          <a:pt x="9797277" y="-15903"/>
                          <a:pt x="9874573" y="-6613"/>
                          <a:pt x="10144907" y="0"/>
                        </a:cubicBezTo>
                        <a:cubicBezTo>
                          <a:pt x="10415241" y="6613"/>
                          <a:pt x="10980298" y="-10500"/>
                          <a:pt x="11497561" y="0"/>
                        </a:cubicBezTo>
                        <a:cubicBezTo>
                          <a:pt x="11489181" y="90939"/>
                          <a:pt x="11499191" y="216471"/>
                          <a:pt x="11497561" y="368101"/>
                        </a:cubicBezTo>
                        <a:cubicBezTo>
                          <a:pt x="11495931" y="519731"/>
                          <a:pt x="11495704" y="617480"/>
                          <a:pt x="11497561" y="707886"/>
                        </a:cubicBezTo>
                        <a:cubicBezTo>
                          <a:pt x="11151687" y="679456"/>
                          <a:pt x="10931860" y="719598"/>
                          <a:pt x="10706258" y="707886"/>
                        </a:cubicBezTo>
                        <a:cubicBezTo>
                          <a:pt x="10480656" y="696174"/>
                          <a:pt x="10391459" y="715306"/>
                          <a:pt x="10259882" y="707886"/>
                        </a:cubicBezTo>
                        <a:cubicBezTo>
                          <a:pt x="10128305" y="700466"/>
                          <a:pt x="9720507" y="672611"/>
                          <a:pt x="9353604" y="707886"/>
                        </a:cubicBezTo>
                        <a:cubicBezTo>
                          <a:pt x="8986701" y="743161"/>
                          <a:pt x="9002424" y="684254"/>
                          <a:pt x="8677277" y="707886"/>
                        </a:cubicBezTo>
                        <a:cubicBezTo>
                          <a:pt x="8352130" y="731518"/>
                          <a:pt x="8384504" y="708365"/>
                          <a:pt x="8230901" y="707886"/>
                        </a:cubicBezTo>
                        <a:cubicBezTo>
                          <a:pt x="8077298" y="707407"/>
                          <a:pt x="7773884" y="676438"/>
                          <a:pt x="7554574" y="707886"/>
                        </a:cubicBezTo>
                        <a:cubicBezTo>
                          <a:pt x="7335264" y="739334"/>
                          <a:pt x="7301432" y="720592"/>
                          <a:pt x="7223174" y="707886"/>
                        </a:cubicBezTo>
                        <a:cubicBezTo>
                          <a:pt x="7144916" y="695180"/>
                          <a:pt x="7027172" y="708082"/>
                          <a:pt x="6891773" y="707886"/>
                        </a:cubicBezTo>
                        <a:cubicBezTo>
                          <a:pt x="6756374" y="707690"/>
                          <a:pt x="6427473" y="703476"/>
                          <a:pt x="6215446" y="707886"/>
                        </a:cubicBezTo>
                        <a:cubicBezTo>
                          <a:pt x="6003419" y="712296"/>
                          <a:pt x="5931437" y="713113"/>
                          <a:pt x="5769070" y="707886"/>
                        </a:cubicBezTo>
                        <a:cubicBezTo>
                          <a:pt x="5606703" y="702659"/>
                          <a:pt x="5286113" y="738629"/>
                          <a:pt x="4977768" y="707886"/>
                        </a:cubicBezTo>
                        <a:cubicBezTo>
                          <a:pt x="4669423" y="677143"/>
                          <a:pt x="4671065" y="728932"/>
                          <a:pt x="4531392" y="707886"/>
                        </a:cubicBezTo>
                        <a:cubicBezTo>
                          <a:pt x="4391719" y="686840"/>
                          <a:pt x="4037769" y="716852"/>
                          <a:pt x="3740089" y="707886"/>
                        </a:cubicBezTo>
                        <a:cubicBezTo>
                          <a:pt x="3442409" y="698920"/>
                          <a:pt x="3524968" y="713498"/>
                          <a:pt x="3408689" y="707886"/>
                        </a:cubicBezTo>
                        <a:cubicBezTo>
                          <a:pt x="3292410" y="702274"/>
                          <a:pt x="2857762" y="714692"/>
                          <a:pt x="2617386" y="707886"/>
                        </a:cubicBezTo>
                        <a:cubicBezTo>
                          <a:pt x="2377010" y="701080"/>
                          <a:pt x="2379287" y="709569"/>
                          <a:pt x="2171010" y="707886"/>
                        </a:cubicBezTo>
                        <a:cubicBezTo>
                          <a:pt x="1962733" y="706203"/>
                          <a:pt x="1916408" y="701711"/>
                          <a:pt x="1839610" y="707886"/>
                        </a:cubicBezTo>
                        <a:cubicBezTo>
                          <a:pt x="1762812" y="714061"/>
                          <a:pt x="1601423" y="691432"/>
                          <a:pt x="1393234" y="707886"/>
                        </a:cubicBezTo>
                        <a:cubicBezTo>
                          <a:pt x="1185045" y="724340"/>
                          <a:pt x="904486" y="696281"/>
                          <a:pt x="601931" y="707886"/>
                        </a:cubicBezTo>
                        <a:cubicBezTo>
                          <a:pt x="299376" y="719491"/>
                          <a:pt x="184750" y="726714"/>
                          <a:pt x="0" y="707886"/>
                        </a:cubicBezTo>
                        <a:cubicBezTo>
                          <a:pt x="-8284" y="614247"/>
                          <a:pt x="10802" y="536860"/>
                          <a:pt x="0" y="375180"/>
                        </a:cubicBezTo>
                        <a:cubicBezTo>
                          <a:pt x="-10802" y="213500"/>
                          <a:pt x="-6455" y="12391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en-US" sz="2000" dirty="0">
                <a:solidFill>
                  <a:srgbClr val="0090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RIS config. </a:t>
            </a:r>
            <a:r>
              <a:rPr lang="en-US" sz="2000" dirty="0">
                <a:solidFill>
                  <a:srgbClr val="043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be optimal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000" dirty="0">
                <a:solidFill>
                  <a:srgbClr val="9437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one 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71CF1F-583C-2E2E-EA5D-ABA735580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881" y="2799214"/>
            <a:ext cx="2836010" cy="65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2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3594</TotalTime>
  <Words>321</Words>
  <Application>Microsoft Macintosh PowerPoint</Application>
  <PresentationFormat>Widescreen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&amp; Optimization of Cell-Free Massive MIMO Systems</dc:title>
  <dc:creator>Yashvanth L</dc:creator>
  <cp:keywords>PMRF Review June 2023</cp:keywords>
  <cp:lastModifiedBy>Yashvanth L</cp:lastModifiedBy>
  <cp:revision>2185</cp:revision>
  <dcterms:created xsi:type="dcterms:W3CDTF">2021-12-01T12:29:38Z</dcterms:created>
  <dcterms:modified xsi:type="dcterms:W3CDTF">2025-09-02T06:03:54Z</dcterms:modified>
</cp:coreProperties>
</file>