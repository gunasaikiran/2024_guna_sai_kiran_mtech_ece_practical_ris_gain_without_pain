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</p:sldIdLst>
  <p:sldSz cx="21599525" cy="32399288"/>
  <p:notesSz cx="7315200" cy="96012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1504" y="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832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7395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1196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9758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159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3630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24686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5006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33554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517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0048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1397B1-2A08-4C10-86CB-AB04441FCC18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1E85B-B0B9-40B1-A353-C93484690F6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005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76432">
              <a:srgbClr val="D4DFF1"/>
            </a:gs>
            <a:gs pos="52000">
              <a:schemeClr val="accent1">
                <a:alpha val="93000"/>
                <a:lumMod val="0"/>
                <a:lumOff val="100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45000"/>
                <a:lumOff val="55000"/>
              </a:schemeClr>
            </a:gs>
            <a:gs pos="73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E4D9F3DC-C20B-1CD8-19CB-70908E6994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9425"/>
            <a:ext cx="3361704" cy="3466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96">
            <a:extLst>
              <a:ext uri="{FF2B5EF4-FFF2-40B4-BE49-F238E27FC236}">
                <a16:creationId xmlns:a16="http://schemas.microsoft.com/office/drawing/2014/main" id="{CACCA650-F806-DCC1-25AC-2D9688207D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8332" y="20325484"/>
            <a:ext cx="13068586" cy="611863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2B0945-9104-73A9-BC25-8D6FE489D6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707293"/>
            <a:ext cx="21599525" cy="128048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DDF1F1-D43C-8272-EA9D-56557BAABCE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34" y="26685190"/>
            <a:ext cx="21599524" cy="59284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F12DA22-C03F-0222-D941-02FAEE7D5D2D}"/>
              </a:ext>
            </a:extLst>
          </p:cNvPr>
          <p:cNvSpPr txBox="1"/>
          <p:nvPr/>
        </p:nvSpPr>
        <p:spPr>
          <a:xfrm>
            <a:off x="0" y="4404721"/>
            <a:ext cx="2159952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Nekkanti Guna Sai Kiran , Raju </a:t>
            </a:r>
            <a:r>
              <a:rPr lang="en-US" sz="6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Malleboina</a:t>
            </a:r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Venkata Reddy ,  </a:t>
            </a:r>
            <a:r>
              <a:rPr lang="en-US" sz="6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Debdeep</a:t>
            </a:r>
            <a:r>
              <a:rPr lang="en-US" sz="6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Sarkar, Chandra R Murthy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DC193BA-4459-0D17-657A-58678723C0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599" y="64585"/>
            <a:ext cx="18322925" cy="3976556"/>
          </a:xfrm>
          <a:prstGeom prst="rect">
            <a:avLst/>
          </a:prstGeom>
        </p:spPr>
      </p:pic>
      <p:sp>
        <p:nvSpPr>
          <p:cNvPr id="19" name="AutoShape 4" descr="Generated image">
            <a:extLst>
              <a:ext uri="{FF2B5EF4-FFF2-40B4-BE49-F238E27FC236}">
                <a16:creationId xmlns:a16="http://schemas.microsoft.com/office/drawing/2014/main" id="{994D061B-45B7-0D9F-85DD-32FFAB32BDF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647363" y="160464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804A886-D47A-ECE0-4960-893FC4E1BA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6918" y="20792970"/>
            <a:ext cx="8220075" cy="401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8CAF4164-2183-085C-83D8-BE3F98C03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46918" y="24891670"/>
            <a:ext cx="7735082" cy="1857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701F143E-2EEC-A434-7A42-F737DA2D57EB}"/>
              </a:ext>
            </a:extLst>
          </p:cNvPr>
          <p:cNvSpPr txBox="1"/>
          <p:nvPr/>
        </p:nvSpPr>
        <p:spPr>
          <a:xfrm>
            <a:off x="13245318" y="20089868"/>
            <a:ext cx="415368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Snell’s Law</a:t>
            </a:r>
            <a:endParaRPr lang="en-IN" sz="5500" b="1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DADAEF-DAE2-36A2-4087-37F07F16C485}"/>
              </a:ext>
            </a:extLst>
          </p:cNvPr>
          <p:cNvSpPr txBox="1"/>
          <p:nvPr/>
        </p:nvSpPr>
        <p:spPr>
          <a:xfrm>
            <a:off x="17540311" y="20134205"/>
            <a:ext cx="4153682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500" b="1" dirty="0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ns Serif Collection" panose="020B0502040504020204" pitchFamily="34" charset="0"/>
                <a:ea typeface="Sans Serif Collection" panose="020B0502040504020204" pitchFamily="34" charset="0"/>
                <a:cs typeface="Sans Serif Collection" panose="020B0502040504020204" pitchFamily="34" charset="0"/>
              </a:rPr>
              <a:t>RIS</a:t>
            </a:r>
            <a:endParaRPr lang="en-IN" sz="5500" b="1" dirty="0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ans Serif Collection" panose="020B0502040504020204" pitchFamily="34" charset="0"/>
              <a:ea typeface="Sans Serif Collection" panose="020B0502040504020204" pitchFamily="34" charset="0"/>
              <a:cs typeface="Sans Serif Collection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78092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50EE5-2664-2402-4801-77CB227F3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1E685-5096-6390-D38F-2DB2C60356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71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AD4C3C41E47044EA2AD423BF6FBFB74" ma:contentTypeVersion="12" ma:contentTypeDescription="Create a new document." ma:contentTypeScope="" ma:versionID="a76d66d68b3918d078684292c391c837">
  <xsd:schema xmlns:xsd="http://www.w3.org/2001/XMLSchema" xmlns:xs="http://www.w3.org/2001/XMLSchema" xmlns:p="http://schemas.microsoft.com/office/2006/metadata/properties" xmlns:ns3="6a3aa372-8461-47a2-9d8d-d0af0cb80c0c" targetNamespace="http://schemas.microsoft.com/office/2006/metadata/properties" ma:root="true" ma:fieldsID="34977bb957eec8245cb97353fd8cfadd" ns3:_="">
    <xsd:import namespace="6a3aa372-8461-47a2-9d8d-d0af0cb80c0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a3aa372-8461-47a2-9d8d-d0af0cb80c0c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a3aa372-8461-47a2-9d8d-d0af0cb80c0c" xsi:nil="true"/>
  </documentManagement>
</p:properties>
</file>

<file path=customXml/itemProps1.xml><?xml version="1.0" encoding="utf-8"?>
<ds:datastoreItem xmlns:ds="http://schemas.openxmlformats.org/officeDocument/2006/customXml" ds:itemID="{6DB1679C-7169-4D02-9BD1-02DBDD9911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a3aa372-8461-47a2-9d8d-d0af0cb80c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FE27267-5FBE-4EB9-BD76-550607DE49C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C9BE2CD-4B04-453B-93C4-1C47FE557141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metadata/properties"/>
    <ds:schemaRef ds:uri="6a3aa372-8461-47a2-9d8d-d0af0cb80c0c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63</TotalTime>
  <Words>20</Words>
  <Application>Microsoft Office PowerPoint</Application>
  <PresentationFormat>Custom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Sans Serif Collection</vt:lpstr>
      <vt:lpstr>Times New Roman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Nekkanti Guna Sai Kiran</dc:creator>
  <cp:lastModifiedBy>Nekkanti Guna Sai Kiran</cp:lastModifiedBy>
  <cp:revision>1</cp:revision>
  <dcterms:created xsi:type="dcterms:W3CDTF">2026-03-06T05:41:46Z</dcterms:created>
  <dcterms:modified xsi:type="dcterms:W3CDTF">2026-03-06T06:44:58Z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0x0101001AD4C3C41E47044EA2AD423BF6FBFB74</vt:lpwstr>
  </property>
</Properties>
</file>