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0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DCB42-4568-4823-87B3-F43CD450B89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52627-AACB-4F84-9657-386C623A4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09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A1EF-E792-D189-2CE3-9E70862D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D40E4-E8E8-2755-1AAA-356A49047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B389C-A734-56D9-1C11-F1256525F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Universal Software Radio Peripherals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08234-1614-6A80-F785-99FE260F6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3874D-A20A-4B3E-9C12-F524953D5B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215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28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290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18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508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711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964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026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247482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853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9051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3/9/2026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73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3/9/2026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68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A341FB-5304-11AE-A918-FB85D5E10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6B9995A3-53C6-0233-98FB-2AEB155D5AF6}"/>
              </a:ext>
            </a:extLst>
          </p:cNvPr>
          <p:cNvGrpSpPr/>
          <p:nvPr/>
        </p:nvGrpSpPr>
        <p:grpSpPr>
          <a:xfrm>
            <a:off x="519766" y="838836"/>
            <a:ext cx="10690056" cy="5611281"/>
            <a:chOff x="519766" y="838836"/>
            <a:chExt cx="10690056" cy="5611281"/>
          </a:xfrm>
        </p:grpSpPr>
        <p:sp>
          <p:nvSpPr>
            <p:cNvPr id="20" name="Scroll: Horizontal 19">
              <a:extLst>
                <a:ext uri="{FF2B5EF4-FFF2-40B4-BE49-F238E27FC236}">
                  <a16:creationId xmlns:a16="http://schemas.microsoft.com/office/drawing/2014/main" id="{97D53E02-6153-C62F-907B-66A56D26B28F}"/>
                </a:ext>
              </a:extLst>
            </p:cNvPr>
            <p:cNvSpPr/>
            <p:nvPr/>
          </p:nvSpPr>
          <p:spPr>
            <a:xfrm>
              <a:off x="519766" y="4501745"/>
              <a:ext cx="3647975" cy="1517419"/>
            </a:xfrm>
            <a:prstGeom prst="horizontalScroll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ACB7B2-2095-F7D4-D36A-DA52E6F74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254" y="838836"/>
              <a:ext cx="10503568" cy="561128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3B154A-1AAA-217B-D22C-C6A1E8FAA638}"/>
                </a:ext>
              </a:extLst>
            </p:cNvPr>
            <p:cNvSpPr/>
            <p:nvPr/>
          </p:nvSpPr>
          <p:spPr>
            <a:xfrm>
              <a:off x="5656847" y="1040599"/>
              <a:ext cx="878305" cy="467296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RIS</a:t>
              </a:r>
              <a:endPara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A7A00B-987F-A95A-F670-7220D099E7AD}"/>
                </a:ext>
              </a:extLst>
            </p:cNvPr>
            <p:cNvSpPr/>
            <p:nvPr/>
          </p:nvSpPr>
          <p:spPr>
            <a:xfrm>
              <a:off x="1603011" y="1013033"/>
              <a:ext cx="1578539" cy="611674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FPGA – RIS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Controller 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99050D-688A-752E-930A-60942D5E80DA}"/>
                </a:ext>
              </a:extLst>
            </p:cNvPr>
            <p:cNvSpPr/>
            <p:nvPr/>
          </p:nvSpPr>
          <p:spPr>
            <a:xfrm>
              <a:off x="885926" y="2584090"/>
              <a:ext cx="1506354" cy="507036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5G NR </a:t>
              </a: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gNB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USRP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09EBA03-3468-3A28-6AFE-6246DF1BCE3E}"/>
                </a:ext>
              </a:extLst>
            </p:cNvPr>
            <p:cNvSpPr/>
            <p:nvPr/>
          </p:nvSpPr>
          <p:spPr>
            <a:xfrm>
              <a:off x="860661" y="3249375"/>
              <a:ext cx="1992427" cy="605698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5G NR </a:t>
              </a: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gNB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Core Network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1AC13DE-4C6C-C6B2-A437-05336D36B79A}"/>
                </a:ext>
              </a:extLst>
            </p:cNvPr>
            <p:cNvSpPr/>
            <p:nvPr/>
          </p:nvSpPr>
          <p:spPr>
            <a:xfrm>
              <a:off x="7340069" y="5885613"/>
              <a:ext cx="1070810" cy="507036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5G NR UE-1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DB4BD6-C721-E45C-B217-01F3D39E8706}"/>
                </a:ext>
              </a:extLst>
            </p:cNvPr>
            <p:cNvSpPr/>
            <p:nvPr/>
          </p:nvSpPr>
          <p:spPr>
            <a:xfrm>
              <a:off x="9705875" y="2278688"/>
              <a:ext cx="1070810" cy="507036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5G NR UE-2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AF7A86-6614-1773-F235-6315B5673B36}"/>
                </a:ext>
              </a:extLst>
            </p:cNvPr>
            <p:cNvSpPr/>
            <p:nvPr/>
          </p:nvSpPr>
          <p:spPr>
            <a:xfrm>
              <a:off x="1528414" y="1919829"/>
              <a:ext cx="1727732" cy="507036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gNB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Tx Antenna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1383E96-BC5C-8251-3670-27F225B40EE3}"/>
                </a:ext>
              </a:extLst>
            </p:cNvPr>
            <p:cNvSpPr/>
            <p:nvPr/>
          </p:nvSpPr>
          <p:spPr>
            <a:xfrm>
              <a:off x="4167741" y="5646379"/>
              <a:ext cx="1681605" cy="507036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5G NR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UE – 1 USRP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6FCC6CC-D88B-D08C-CF4E-4C3A587F06C9}"/>
                </a:ext>
              </a:extLst>
            </p:cNvPr>
            <p:cNvSpPr/>
            <p:nvPr/>
          </p:nvSpPr>
          <p:spPr>
            <a:xfrm>
              <a:off x="8715891" y="5512128"/>
              <a:ext cx="1681605" cy="507036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5G NR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UE – 2 USRP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EA25B07-57A9-C6B5-03E2-72F4B6D719EE}"/>
                </a:ext>
              </a:extLst>
            </p:cNvPr>
            <p:cNvSpPr/>
            <p:nvPr/>
          </p:nvSpPr>
          <p:spPr>
            <a:xfrm>
              <a:off x="9010449" y="1286261"/>
              <a:ext cx="1873098" cy="507036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UE-2 RX Antenna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C9BFBC0-92D2-862F-253B-BB9CAD0A204D}"/>
                </a:ext>
              </a:extLst>
            </p:cNvPr>
            <p:cNvSpPr/>
            <p:nvPr/>
          </p:nvSpPr>
          <p:spPr>
            <a:xfrm>
              <a:off x="6938925" y="1117671"/>
              <a:ext cx="1873098" cy="507036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chemeClr val="accent3">
                  <a:lumMod val="10000"/>
                  <a:lumOff val="9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D670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UE-1 RX Antenna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D670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64C393D7-D527-5FC9-B14F-AD53BDD6BD3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192716" y="1274246"/>
              <a:ext cx="446085" cy="196071"/>
            </a:xfrm>
            <a:prstGeom prst="bentConnector3">
              <a:avLst>
                <a:gd name="adj1" fmla="val 99467"/>
              </a:avLst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CF9C060A-27A6-3974-36A6-B5043A8D1585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3181550" y="1318870"/>
              <a:ext cx="1401164" cy="751230"/>
            </a:xfrm>
            <a:prstGeom prst="bentConnector3">
              <a:avLst>
                <a:gd name="adj1" fmla="val 100531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18062330-DCAE-6FC3-056F-1A1AD7A434F9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3256146" y="2173347"/>
              <a:ext cx="1506354" cy="399772"/>
            </a:xfrm>
            <a:prstGeom prst="bentConnector3">
              <a:avLst>
                <a:gd name="adj1" fmla="val 12482"/>
              </a:avLst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81D8359E-2E74-5055-6755-422195CCF8DD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2392280" y="2837608"/>
              <a:ext cx="1070809" cy="137989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3B62824D-8570-5CE9-788E-2F8617716CB0}"/>
                </a:ext>
              </a:extLst>
            </p:cNvPr>
            <p:cNvCxnSpPr/>
            <p:nvPr/>
          </p:nvCxnSpPr>
          <p:spPr>
            <a:xfrm>
              <a:off x="1856875" y="3862137"/>
              <a:ext cx="0" cy="35537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4F5F21A6-BEF4-2A5B-0AB2-C75B268E4652}"/>
                </a:ext>
              </a:extLst>
            </p:cNvPr>
            <p:cNvCxnSpPr>
              <a:stCxn id="18" idx="3"/>
            </p:cNvCxnSpPr>
            <p:nvPr/>
          </p:nvCxnSpPr>
          <p:spPr>
            <a:xfrm flipV="1">
              <a:off x="5849346" y="5512128"/>
              <a:ext cx="431138" cy="3877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F1A2A60-EDAE-C0F0-26C1-FC1BB5DDE94E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H="1" flipV="1">
              <a:off x="7519737" y="5161547"/>
              <a:ext cx="355737" cy="72406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610906B3-0EE2-2113-0501-460DA99608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5891" y="4824663"/>
              <a:ext cx="777025" cy="68746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2BD2354-851F-7A8C-9BE2-7CA9F053B377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10241280" y="2785724"/>
              <a:ext cx="0" cy="3054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8810E55-CCC7-72A6-AA1E-E51FEC18D7BB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 flipH="1">
              <a:off x="7609288" y="1624707"/>
              <a:ext cx="266186" cy="6160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606A337-F09E-7E0B-F250-1FEE0FD456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5475" y="1793297"/>
              <a:ext cx="1220400" cy="40103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942749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Gill Sans MT</vt:lpstr>
      <vt:lpstr>Times New Roman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Nekkanti Guna Sai Kiran</dc:creator>
  <cp:lastModifiedBy>Nekkanti Guna Sai Kiran</cp:lastModifiedBy>
  <cp:revision>1</cp:revision>
  <dcterms:created xsi:type="dcterms:W3CDTF">2026-03-09T09:02:11Z</dcterms:created>
  <dcterms:modified xsi:type="dcterms:W3CDTF">2026-03-09T09:02:48Z</dcterms:modified>
</cp:coreProperties>
</file>